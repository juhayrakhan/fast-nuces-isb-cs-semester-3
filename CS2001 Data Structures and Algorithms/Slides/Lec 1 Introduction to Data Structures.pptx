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36"/>
  </p:notesMasterIdLst>
  <p:sldIdLst>
    <p:sldId id="427" r:id="rId2"/>
    <p:sldId id="512" r:id="rId3"/>
    <p:sldId id="515" r:id="rId4"/>
    <p:sldId id="513" r:id="rId5"/>
    <p:sldId id="514" r:id="rId6"/>
    <p:sldId id="516" r:id="rId7"/>
    <p:sldId id="518" r:id="rId8"/>
    <p:sldId id="257" r:id="rId9"/>
    <p:sldId id="258" r:id="rId10"/>
    <p:sldId id="517" r:id="rId11"/>
    <p:sldId id="497" r:id="rId12"/>
    <p:sldId id="519" r:id="rId13"/>
    <p:sldId id="520" r:id="rId14"/>
    <p:sldId id="267" r:id="rId15"/>
    <p:sldId id="268" r:id="rId16"/>
    <p:sldId id="521" r:id="rId17"/>
    <p:sldId id="270" r:id="rId18"/>
    <p:sldId id="523" r:id="rId19"/>
    <p:sldId id="524" r:id="rId20"/>
    <p:sldId id="525" r:id="rId21"/>
    <p:sldId id="262" r:id="rId22"/>
    <p:sldId id="265" r:id="rId23"/>
    <p:sldId id="264" r:id="rId24"/>
    <p:sldId id="266" r:id="rId25"/>
    <p:sldId id="526" r:id="rId26"/>
    <p:sldId id="527" r:id="rId27"/>
    <p:sldId id="528" r:id="rId28"/>
    <p:sldId id="529" r:id="rId29"/>
    <p:sldId id="530" r:id="rId30"/>
    <p:sldId id="259" r:id="rId31"/>
    <p:sldId id="272" r:id="rId32"/>
    <p:sldId id="273" r:id="rId33"/>
    <p:sldId id="274" r:id="rId34"/>
    <p:sldId id="26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23" autoAdjust="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E16978-DD6D-4054-9E0A-A5D0A37962CC}" type="doc">
      <dgm:prSet loTypeId="urn:microsoft.com/office/officeart/2009/layout/ReverseList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DD70040-0218-4231-B9FE-B8583ECD9279}">
      <dgm:prSet phldrT="[Text]" custT="1"/>
      <dgm:spPr/>
      <dgm:t>
        <a:bodyPr/>
        <a:lstStyle/>
        <a:p>
          <a:pPr rtl="0"/>
          <a:r>
            <a:rPr lang="en-US" sz="2400" b="1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Abstract Data Type</a:t>
          </a:r>
          <a:endParaRPr lang="en-US" sz="2400" noProof="0" dirty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9C96B091-04B2-418B-A85B-22FD0D4DF8F5}" type="parTrans" cxnId="{7C133263-5B1B-461B-87E7-885CE79B2DED}">
      <dgm:prSet/>
      <dgm:spPr/>
      <dgm:t>
        <a:bodyPr/>
        <a:lstStyle/>
        <a:p>
          <a:endParaRPr lang="en-US"/>
        </a:p>
      </dgm:t>
    </dgm:pt>
    <dgm:pt modelId="{95220336-8B3C-4330-BE49-B851455BD071}" type="sibTrans" cxnId="{7C133263-5B1B-461B-87E7-885CE79B2DED}">
      <dgm:prSet/>
      <dgm:spPr/>
      <dgm:t>
        <a:bodyPr/>
        <a:lstStyle/>
        <a:p>
          <a:endParaRPr lang="en-US"/>
        </a:p>
      </dgm:t>
    </dgm:pt>
    <dgm:pt modelId="{3071A521-CE1F-4F40-8007-95BE72B4201D}">
      <dgm:prSet phldrT="[Text]" custT="1"/>
      <dgm:spPr/>
      <dgm:t>
        <a:bodyPr/>
        <a:lstStyle/>
        <a:p>
          <a:pPr rtl="0"/>
          <a:r>
            <a:rPr lang="en-US" sz="2400" b="1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Structures</a:t>
          </a:r>
          <a:endParaRPr lang="en-US" sz="2400" noProof="0" dirty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F245360C-98E8-47B5-AB4E-B22D0DF92200}" type="parTrans" cxnId="{79660FC7-CEED-4022-B33B-11062A66A112}">
      <dgm:prSet/>
      <dgm:spPr/>
      <dgm:t>
        <a:bodyPr/>
        <a:lstStyle/>
        <a:p>
          <a:endParaRPr lang="en-US"/>
        </a:p>
      </dgm:t>
    </dgm:pt>
    <dgm:pt modelId="{40746B36-36BE-4FA1-9E6E-89A84C5BF53E}" type="sibTrans" cxnId="{79660FC7-CEED-4022-B33B-11062A66A112}">
      <dgm:prSet/>
      <dgm:spPr/>
      <dgm:t>
        <a:bodyPr/>
        <a:lstStyle/>
        <a:p>
          <a:endParaRPr lang="en-US"/>
        </a:p>
      </dgm:t>
    </dgm:pt>
    <dgm:pt modelId="{F68AFB38-ADF3-4285-8FC1-28590C95667D}">
      <dgm:prSet phldrT="[Text]" custT="1"/>
      <dgm:spPr/>
      <dgm:t>
        <a:bodyPr/>
        <a:lstStyle/>
        <a:p>
          <a:pPr rtl="0"/>
          <a:r>
            <a:rPr lang="en-US" sz="2200" i="1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ADT</a:t>
          </a:r>
          <a:r>
            <a:rPr lang="en-US" sz="2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 stores data and allow various operations on the data to access and change it</a:t>
          </a:r>
        </a:p>
      </dgm:t>
    </dgm:pt>
    <dgm:pt modelId="{ED5CDA6F-40CC-4012-8D48-F8DF7E081E74}" type="parTrans" cxnId="{ACF6FEA2-252C-43C6-BCEE-08FF8A225603}">
      <dgm:prSet/>
      <dgm:spPr/>
      <dgm:t>
        <a:bodyPr/>
        <a:lstStyle/>
        <a:p>
          <a:endParaRPr lang="en-US"/>
        </a:p>
      </dgm:t>
    </dgm:pt>
    <dgm:pt modelId="{5D46EAEB-C9A1-4C5E-B4E8-618FBBDC0222}" type="sibTrans" cxnId="{ACF6FEA2-252C-43C6-BCEE-08FF8A225603}">
      <dgm:prSet/>
      <dgm:spPr/>
      <dgm:t>
        <a:bodyPr/>
        <a:lstStyle/>
        <a:p>
          <a:endParaRPr lang="en-US"/>
        </a:p>
      </dgm:t>
    </dgm:pt>
    <dgm:pt modelId="{14C688E8-4791-481F-8B3E-010924ECEC70}">
      <dgm:prSet phldrT="[Text]" custT="1"/>
      <dgm:spPr/>
      <dgm:t>
        <a:bodyPr/>
        <a:lstStyle/>
        <a:p>
          <a:pPr rtl="0"/>
          <a:r>
            <a:rPr lang="en-US" sz="2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 mathematical model, together with various operations defined on the model</a:t>
          </a:r>
        </a:p>
      </dgm:t>
    </dgm:pt>
    <dgm:pt modelId="{83D9E13B-59DE-4A3F-B003-0D92F00AD259}" type="parTrans" cxnId="{4F4F73CD-6EA8-40DF-B0FC-6E337612AC76}">
      <dgm:prSet/>
      <dgm:spPr/>
      <dgm:t>
        <a:bodyPr/>
        <a:lstStyle/>
        <a:p>
          <a:endParaRPr lang="en-US"/>
        </a:p>
      </dgm:t>
    </dgm:pt>
    <dgm:pt modelId="{451C295A-A9EB-4D8F-A502-DFA663108242}" type="sibTrans" cxnId="{4F4F73CD-6EA8-40DF-B0FC-6E337612AC76}">
      <dgm:prSet/>
      <dgm:spPr/>
      <dgm:t>
        <a:bodyPr/>
        <a:lstStyle/>
        <a:p>
          <a:endParaRPr lang="en-US"/>
        </a:p>
      </dgm:t>
    </dgm:pt>
    <dgm:pt modelId="{0F5DEDCC-88C1-47B4-B687-B3537C9185C4}">
      <dgm:prSet phldrT="[Text]" custT="1"/>
      <dgm:spPr/>
      <dgm:t>
        <a:bodyPr/>
        <a:lstStyle/>
        <a:p>
          <a:pPr rtl="0"/>
          <a:r>
            <a:rPr lang="en-US" sz="2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An ADT is a collection of data and associated operations for manipulating that data</a:t>
          </a:r>
        </a:p>
      </dgm:t>
    </dgm:pt>
    <dgm:pt modelId="{70ACFAFF-47C4-4D60-B156-699451FAA598}" type="parTrans" cxnId="{F12010A4-4943-448A-A465-333D78F04233}">
      <dgm:prSet/>
      <dgm:spPr/>
      <dgm:t>
        <a:bodyPr/>
        <a:lstStyle/>
        <a:p>
          <a:endParaRPr lang="en-US"/>
        </a:p>
      </dgm:t>
    </dgm:pt>
    <dgm:pt modelId="{6EA1DD5B-7AAB-4AC9-9E26-74F602769F22}" type="sibTrans" cxnId="{F12010A4-4943-448A-A465-333D78F04233}">
      <dgm:prSet/>
      <dgm:spPr/>
      <dgm:t>
        <a:bodyPr/>
        <a:lstStyle/>
        <a:p>
          <a:endParaRPr lang="en-US"/>
        </a:p>
      </dgm:t>
    </dgm:pt>
    <dgm:pt modelId="{8EF26CD9-53FD-4838-ADBC-E27C08922BE5}">
      <dgm:prSet custT="1"/>
      <dgm:spPr/>
      <dgm:t>
        <a:bodyPr/>
        <a:lstStyle/>
        <a:p>
          <a:pPr rtl="0"/>
          <a:r>
            <a:rPr lang="en-US" sz="2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Physical implementation of an ADT</a:t>
          </a:r>
        </a:p>
      </dgm:t>
    </dgm:pt>
    <dgm:pt modelId="{2ADD2D4C-50DD-4B94-80F6-3C98DE9B4E28}" type="parTrans" cxnId="{4CAE8F73-2F09-4B92-81E2-C1D15F2D58BB}">
      <dgm:prSet/>
      <dgm:spPr/>
      <dgm:t>
        <a:bodyPr/>
        <a:lstStyle/>
        <a:p>
          <a:endParaRPr lang="en-US"/>
        </a:p>
      </dgm:t>
    </dgm:pt>
    <dgm:pt modelId="{985FA5D4-275C-48E5-AC1E-6A7BBDC82DF5}" type="sibTrans" cxnId="{4CAE8F73-2F09-4B92-81E2-C1D15F2D58BB}">
      <dgm:prSet/>
      <dgm:spPr/>
      <dgm:t>
        <a:bodyPr/>
        <a:lstStyle/>
        <a:p>
          <a:endParaRPr lang="en-US"/>
        </a:p>
      </dgm:t>
    </dgm:pt>
    <dgm:pt modelId="{3D142876-1E4A-426C-91CA-A6A6C2E80576}">
      <dgm:prSet custT="1"/>
      <dgm:spPr/>
      <dgm:t>
        <a:bodyPr/>
        <a:lstStyle/>
        <a:p>
          <a:pPr rtl="0"/>
          <a:r>
            <a:rPr lang="en-US" sz="2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structures used in implementations are provided in a language </a:t>
          </a:r>
          <a:r>
            <a:rPr lang="en-US" sz="2200" i="1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(primitive </a:t>
          </a:r>
          <a:r>
            <a:rPr lang="en-US" sz="2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or</a:t>
          </a:r>
          <a:r>
            <a:rPr lang="en-US" sz="2200" i="1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 built-in)</a:t>
          </a:r>
          <a:r>
            <a:rPr lang="en-US" sz="2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 or are built from the language constructs </a:t>
          </a:r>
          <a:r>
            <a:rPr lang="en-US" sz="2200" i="1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(user-defined)</a:t>
          </a:r>
        </a:p>
      </dgm:t>
    </dgm:pt>
    <dgm:pt modelId="{B53008D0-D784-491F-AF93-316E1F67BB76}" type="parTrans" cxnId="{45BCF8DD-A609-4756-8F8A-A805A1C23ABE}">
      <dgm:prSet/>
      <dgm:spPr/>
      <dgm:t>
        <a:bodyPr/>
        <a:lstStyle/>
        <a:p>
          <a:endParaRPr lang="en-US"/>
        </a:p>
      </dgm:t>
    </dgm:pt>
    <dgm:pt modelId="{76E114F8-1085-4C49-AA70-F1119FD46259}" type="sibTrans" cxnId="{45BCF8DD-A609-4756-8F8A-A805A1C23ABE}">
      <dgm:prSet/>
      <dgm:spPr/>
      <dgm:t>
        <a:bodyPr/>
        <a:lstStyle/>
        <a:p>
          <a:endParaRPr lang="en-US"/>
        </a:p>
      </dgm:t>
    </dgm:pt>
    <dgm:pt modelId="{E62D004F-5D3B-4166-B69E-FA059219BD3B}">
      <dgm:prSet custT="1"/>
      <dgm:spPr/>
      <dgm:t>
        <a:bodyPr/>
        <a:lstStyle/>
        <a:p>
          <a:pPr rtl="0"/>
          <a:r>
            <a:rPr lang="en-US" sz="2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Each operation associated with the ADT is implemented by one or more subroutines in the implementation</a:t>
          </a:r>
        </a:p>
      </dgm:t>
    </dgm:pt>
    <dgm:pt modelId="{374D2A07-51AE-4221-A79C-6CB2097C3FCB}" type="parTrans" cxnId="{C76677BE-5635-4CF0-9442-4C3E3EA18BD5}">
      <dgm:prSet/>
      <dgm:spPr/>
      <dgm:t>
        <a:bodyPr/>
        <a:lstStyle/>
        <a:p>
          <a:endParaRPr lang="en-US"/>
        </a:p>
      </dgm:t>
    </dgm:pt>
    <dgm:pt modelId="{056C863D-9F42-486D-8563-92FC448DB383}" type="sibTrans" cxnId="{C76677BE-5635-4CF0-9442-4C3E3EA18BD5}">
      <dgm:prSet/>
      <dgm:spPr/>
      <dgm:t>
        <a:bodyPr/>
        <a:lstStyle/>
        <a:p>
          <a:endParaRPr lang="en-US"/>
        </a:p>
      </dgm:t>
    </dgm:pt>
    <dgm:pt modelId="{19667496-9D82-493F-990B-44C9270E03D7}" type="pres">
      <dgm:prSet presAssocID="{46E16978-DD6D-4054-9E0A-A5D0A37962CC}" presName="Name0" presStyleCnt="0">
        <dgm:presLayoutVars>
          <dgm:chMax val="2"/>
          <dgm:chPref val="2"/>
          <dgm:animLvl val="lvl"/>
        </dgm:presLayoutVars>
      </dgm:prSet>
      <dgm:spPr/>
    </dgm:pt>
    <dgm:pt modelId="{2F680F32-81FD-41A2-8A95-047947BADC75}" type="pres">
      <dgm:prSet presAssocID="{46E16978-DD6D-4054-9E0A-A5D0A37962CC}" presName="LeftText" presStyleLbl="revTx" presStyleIdx="0" presStyleCnt="0">
        <dgm:presLayoutVars>
          <dgm:bulletEnabled val="1"/>
        </dgm:presLayoutVars>
      </dgm:prSet>
      <dgm:spPr/>
    </dgm:pt>
    <dgm:pt modelId="{CD628CDC-887D-4F1F-B4B4-EBD93DDE4F77}" type="pres">
      <dgm:prSet presAssocID="{46E16978-DD6D-4054-9E0A-A5D0A37962CC}" presName="LeftNode" presStyleLbl="bgImgPlace1" presStyleIdx="0" presStyleCnt="2" custScaleX="280955" custScaleY="130823" custLinFactNeighborX="-93545" custLinFactNeighborY="-1806">
        <dgm:presLayoutVars>
          <dgm:chMax val="2"/>
          <dgm:chPref val="2"/>
        </dgm:presLayoutVars>
      </dgm:prSet>
      <dgm:spPr/>
    </dgm:pt>
    <dgm:pt modelId="{757C79EF-3F8A-450E-B0A6-75029B850283}" type="pres">
      <dgm:prSet presAssocID="{46E16978-DD6D-4054-9E0A-A5D0A37962CC}" presName="RightText" presStyleLbl="revTx" presStyleIdx="0" presStyleCnt="0">
        <dgm:presLayoutVars>
          <dgm:bulletEnabled val="1"/>
        </dgm:presLayoutVars>
      </dgm:prSet>
      <dgm:spPr/>
    </dgm:pt>
    <dgm:pt modelId="{DAE9E3ED-7C7E-4EDD-9CA4-CB06DEF0A69B}" type="pres">
      <dgm:prSet presAssocID="{46E16978-DD6D-4054-9E0A-A5D0A37962CC}" presName="RightNode" presStyleLbl="bgImgPlace1" presStyleIdx="1" presStyleCnt="2" custScaleX="280955" custScaleY="130823" custLinFactX="1540" custLinFactNeighborX="100000" custLinFactNeighborY="-1806">
        <dgm:presLayoutVars>
          <dgm:chMax val="0"/>
          <dgm:chPref val="0"/>
        </dgm:presLayoutVars>
      </dgm:prSet>
      <dgm:spPr/>
    </dgm:pt>
    <dgm:pt modelId="{E856A598-6503-422A-9A29-7BCBE4430F70}" type="pres">
      <dgm:prSet presAssocID="{46E16978-DD6D-4054-9E0A-A5D0A37962CC}" presName="TopArrow" presStyleLbl="node1" presStyleIdx="0" presStyleCnt="2" custScaleX="66243" custScaleY="66246" custLinFactNeighborX="10" custLinFactNeighborY="-14532"/>
      <dgm:spPr/>
    </dgm:pt>
    <dgm:pt modelId="{24A62F3C-9BE9-48B2-8586-7134006C2606}" type="pres">
      <dgm:prSet presAssocID="{46E16978-DD6D-4054-9E0A-A5D0A37962CC}" presName="BottomArrow" presStyleLbl="node1" presStyleIdx="1" presStyleCnt="2" custScaleX="66243" custScaleY="66246" custLinFactNeighborX="10" custLinFactNeighborY="17121"/>
      <dgm:spPr/>
    </dgm:pt>
  </dgm:ptLst>
  <dgm:cxnLst>
    <dgm:cxn modelId="{5E26BB01-D519-42AC-9570-0A76425E0A87}" type="presOf" srcId="{8EF26CD9-53FD-4838-ADBC-E27C08922BE5}" destId="{757C79EF-3F8A-450E-B0A6-75029B850283}" srcOrd="0" destOrd="1" presId="urn:microsoft.com/office/officeart/2009/layout/ReverseList"/>
    <dgm:cxn modelId="{776C070A-3B74-4434-94B6-AD2A9E25D2D7}" type="presOf" srcId="{3D142876-1E4A-426C-91CA-A6A6C2E80576}" destId="{757C79EF-3F8A-450E-B0A6-75029B850283}" srcOrd="0" destOrd="2" presId="urn:microsoft.com/office/officeart/2009/layout/ReverseList"/>
    <dgm:cxn modelId="{1895EE22-5CD2-4A02-B8F7-FC239B1A23DC}" type="presOf" srcId="{14C688E8-4791-481F-8B3E-010924ECEC70}" destId="{2F680F32-81FD-41A2-8A95-047947BADC75}" srcOrd="0" destOrd="2" presId="urn:microsoft.com/office/officeart/2009/layout/ReverseList"/>
    <dgm:cxn modelId="{66565A61-C728-4F21-A566-054781756869}" type="presOf" srcId="{3071A521-CE1F-4F40-8007-95BE72B4201D}" destId="{DAE9E3ED-7C7E-4EDD-9CA4-CB06DEF0A69B}" srcOrd="1" destOrd="0" presId="urn:microsoft.com/office/officeart/2009/layout/ReverseList"/>
    <dgm:cxn modelId="{7C133263-5B1B-461B-87E7-885CE79B2DED}" srcId="{46E16978-DD6D-4054-9E0A-A5D0A37962CC}" destId="{CDD70040-0218-4231-B9FE-B8583ECD9279}" srcOrd="0" destOrd="0" parTransId="{9C96B091-04B2-418B-A85B-22FD0D4DF8F5}" sibTransId="{95220336-8B3C-4330-BE49-B851455BD071}"/>
    <dgm:cxn modelId="{4CAE8F73-2F09-4B92-81E2-C1D15F2D58BB}" srcId="{3071A521-CE1F-4F40-8007-95BE72B4201D}" destId="{8EF26CD9-53FD-4838-ADBC-E27C08922BE5}" srcOrd="0" destOrd="0" parTransId="{2ADD2D4C-50DD-4B94-80F6-3C98DE9B4E28}" sibTransId="{985FA5D4-275C-48E5-AC1E-6A7BBDC82DF5}"/>
    <dgm:cxn modelId="{B94EE67F-FE6A-4C7C-8551-0E32B9EF9E85}" type="presOf" srcId="{E62D004F-5D3B-4166-B69E-FA059219BD3B}" destId="{DAE9E3ED-7C7E-4EDD-9CA4-CB06DEF0A69B}" srcOrd="1" destOrd="3" presId="urn:microsoft.com/office/officeart/2009/layout/ReverseList"/>
    <dgm:cxn modelId="{7F4D3C84-2639-42E2-8C8A-F8BCC89B38B2}" type="presOf" srcId="{3071A521-CE1F-4F40-8007-95BE72B4201D}" destId="{757C79EF-3F8A-450E-B0A6-75029B850283}" srcOrd="0" destOrd="0" presId="urn:microsoft.com/office/officeart/2009/layout/ReverseList"/>
    <dgm:cxn modelId="{9D5AAF88-7D17-4EF5-8F3D-D7A932D5A97A}" type="presOf" srcId="{F68AFB38-ADF3-4285-8FC1-28590C95667D}" destId="{CD628CDC-887D-4F1F-B4B4-EBD93DDE4F77}" srcOrd="1" destOrd="1" presId="urn:microsoft.com/office/officeart/2009/layout/ReverseList"/>
    <dgm:cxn modelId="{1B28B690-1EF9-4BAB-82A0-37DC31E267EC}" type="presOf" srcId="{14C688E8-4791-481F-8B3E-010924ECEC70}" destId="{CD628CDC-887D-4F1F-B4B4-EBD93DDE4F77}" srcOrd="1" destOrd="2" presId="urn:microsoft.com/office/officeart/2009/layout/ReverseList"/>
    <dgm:cxn modelId="{0F658D9A-09D6-4880-8CFD-0F9A8C3865AD}" type="presOf" srcId="{46E16978-DD6D-4054-9E0A-A5D0A37962CC}" destId="{19667496-9D82-493F-990B-44C9270E03D7}" srcOrd="0" destOrd="0" presId="urn:microsoft.com/office/officeart/2009/layout/ReverseList"/>
    <dgm:cxn modelId="{0989829B-8F30-4A99-A5E2-A075343B97BA}" type="presOf" srcId="{F68AFB38-ADF3-4285-8FC1-28590C95667D}" destId="{2F680F32-81FD-41A2-8A95-047947BADC75}" srcOrd="0" destOrd="1" presId="urn:microsoft.com/office/officeart/2009/layout/ReverseList"/>
    <dgm:cxn modelId="{D966D6A2-DC23-4333-B7E6-CAE14116F521}" type="presOf" srcId="{CDD70040-0218-4231-B9FE-B8583ECD9279}" destId="{CD628CDC-887D-4F1F-B4B4-EBD93DDE4F77}" srcOrd="1" destOrd="0" presId="urn:microsoft.com/office/officeart/2009/layout/ReverseList"/>
    <dgm:cxn modelId="{ACF6FEA2-252C-43C6-BCEE-08FF8A225603}" srcId="{CDD70040-0218-4231-B9FE-B8583ECD9279}" destId="{F68AFB38-ADF3-4285-8FC1-28590C95667D}" srcOrd="0" destOrd="0" parTransId="{ED5CDA6F-40CC-4012-8D48-F8DF7E081E74}" sibTransId="{5D46EAEB-C9A1-4C5E-B4E8-618FBBDC0222}"/>
    <dgm:cxn modelId="{F12010A4-4943-448A-A465-333D78F04233}" srcId="{CDD70040-0218-4231-B9FE-B8583ECD9279}" destId="{0F5DEDCC-88C1-47B4-B687-B3537C9185C4}" srcOrd="2" destOrd="0" parTransId="{70ACFAFF-47C4-4D60-B156-699451FAA598}" sibTransId="{6EA1DD5B-7AAB-4AC9-9E26-74F602769F22}"/>
    <dgm:cxn modelId="{C76677BE-5635-4CF0-9442-4C3E3EA18BD5}" srcId="{3071A521-CE1F-4F40-8007-95BE72B4201D}" destId="{E62D004F-5D3B-4166-B69E-FA059219BD3B}" srcOrd="2" destOrd="0" parTransId="{374D2A07-51AE-4221-A79C-6CB2097C3FCB}" sibTransId="{056C863D-9F42-486D-8563-92FC448DB383}"/>
    <dgm:cxn modelId="{79660FC7-CEED-4022-B33B-11062A66A112}" srcId="{46E16978-DD6D-4054-9E0A-A5D0A37962CC}" destId="{3071A521-CE1F-4F40-8007-95BE72B4201D}" srcOrd="1" destOrd="0" parTransId="{F245360C-98E8-47B5-AB4E-B22D0DF92200}" sibTransId="{40746B36-36BE-4FA1-9E6E-89A84C5BF53E}"/>
    <dgm:cxn modelId="{2D3C6EC7-6843-466E-A6E2-54073907A953}" type="presOf" srcId="{3D142876-1E4A-426C-91CA-A6A6C2E80576}" destId="{DAE9E3ED-7C7E-4EDD-9CA4-CB06DEF0A69B}" srcOrd="1" destOrd="2" presId="urn:microsoft.com/office/officeart/2009/layout/ReverseList"/>
    <dgm:cxn modelId="{4F4F73CD-6EA8-40DF-B0FC-6E337612AC76}" srcId="{CDD70040-0218-4231-B9FE-B8583ECD9279}" destId="{14C688E8-4791-481F-8B3E-010924ECEC70}" srcOrd="1" destOrd="0" parTransId="{83D9E13B-59DE-4A3F-B003-0D92F00AD259}" sibTransId="{451C295A-A9EB-4D8F-A502-DFA663108242}"/>
    <dgm:cxn modelId="{C98EEECE-0F8F-4BC9-A856-F1F1D4732609}" type="presOf" srcId="{E62D004F-5D3B-4166-B69E-FA059219BD3B}" destId="{757C79EF-3F8A-450E-B0A6-75029B850283}" srcOrd="0" destOrd="3" presId="urn:microsoft.com/office/officeart/2009/layout/ReverseList"/>
    <dgm:cxn modelId="{A33AF0D2-2472-4B88-ACE9-9F81114669B2}" type="presOf" srcId="{CDD70040-0218-4231-B9FE-B8583ECD9279}" destId="{2F680F32-81FD-41A2-8A95-047947BADC75}" srcOrd="0" destOrd="0" presId="urn:microsoft.com/office/officeart/2009/layout/ReverseList"/>
    <dgm:cxn modelId="{0250BAD5-1C99-4194-B118-849A4979AE53}" type="presOf" srcId="{0F5DEDCC-88C1-47B4-B687-B3537C9185C4}" destId="{2F680F32-81FD-41A2-8A95-047947BADC75}" srcOrd="0" destOrd="3" presId="urn:microsoft.com/office/officeart/2009/layout/ReverseList"/>
    <dgm:cxn modelId="{45BCF8DD-A609-4756-8F8A-A805A1C23ABE}" srcId="{3071A521-CE1F-4F40-8007-95BE72B4201D}" destId="{3D142876-1E4A-426C-91CA-A6A6C2E80576}" srcOrd="1" destOrd="0" parTransId="{B53008D0-D784-491F-AF93-316E1F67BB76}" sibTransId="{76E114F8-1085-4C49-AA70-F1119FD46259}"/>
    <dgm:cxn modelId="{C4335BE9-0234-4734-BB4D-6801E1D6C56F}" type="presOf" srcId="{8EF26CD9-53FD-4838-ADBC-E27C08922BE5}" destId="{DAE9E3ED-7C7E-4EDD-9CA4-CB06DEF0A69B}" srcOrd="1" destOrd="1" presId="urn:microsoft.com/office/officeart/2009/layout/ReverseList"/>
    <dgm:cxn modelId="{43A221F6-218B-4AB9-B497-EFEB0600A320}" type="presOf" srcId="{0F5DEDCC-88C1-47B4-B687-B3537C9185C4}" destId="{CD628CDC-887D-4F1F-B4B4-EBD93DDE4F77}" srcOrd="1" destOrd="3" presId="urn:microsoft.com/office/officeart/2009/layout/ReverseList"/>
    <dgm:cxn modelId="{78A05DE5-FA2B-4F17-8B50-6D04A583E5D8}" type="presParOf" srcId="{19667496-9D82-493F-990B-44C9270E03D7}" destId="{2F680F32-81FD-41A2-8A95-047947BADC75}" srcOrd="0" destOrd="0" presId="urn:microsoft.com/office/officeart/2009/layout/ReverseList"/>
    <dgm:cxn modelId="{C1D15C7C-80C0-4080-8A65-A770E12619B1}" type="presParOf" srcId="{19667496-9D82-493F-990B-44C9270E03D7}" destId="{CD628CDC-887D-4F1F-B4B4-EBD93DDE4F77}" srcOrd="1" destOrd="0" presId="urn:microsoft.com/office/officeart/2009/layout/ReverseList"/>
    <dgm:cxn modelId="{84BA3052-C811-4AEB-9137-FCC5F00302A3}" type="presParOf" srcId="{19667496-9D82-493F-990B-44C9270E03D7}" destId="{757C79EF-3F8A-450E-B0A6-75029B850283}" srcOrd="2" destOrd="0" presId="urn:microsoft.com/office/officeart/2009/layout/ReverseList"/>
    <dgm:cxn modelId="{3348155A-1545-4B76-9E97-DF04CFCBEC5A}" type="presParOf" srcId="{19667496-9D82-493F-990B-44C9270E03D7}" destId="{DAE9E3ED-7C7E-4EDD-9CA4-CB06DEF0A69B}" srcOrd="3" destOrd="0" presId="urn:microsoft.com/office/officeart/2009/layout/ReverseList"/>
    <dgm:cxn modelId="{AFA54C5A-CFAE-4EFB-8B46-D2F3486491D1}" type="presParOf" srcId="{19667496-9D82-493F-990B-44C9270E03D7}" destId="{E856A598-6503-422A-9A29-7BCBE4430F70}" srcOrd="4" destOrd="0" presId="urn:microsoft.com/office/officeart/2009/layout/ReverseList"/>
    <dgm:cxn modelId="{516FD6E5-5F87-4F49-9B1A-4D4E85DB6E82}" type="presParOf" srcId="{19667496-9D82-493F-990B-44C9270E03D7}" destId="{24A62F3C-9BE9-48B2-8586-7134006C2606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CFD1B8-3DEE-4FDA-B679-AA7A680C5971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EB48A0E-5D02-4AD7-87F8-4FE2CC1794F1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Basic </a:t>
          </a:r>
          <a:b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Structures</a:t>
          </a:r>
        </a:p>
      </dgm:t>
    </dgm:pt>
    <dgm:pt modelId="{E652E374-DF1B-49D9-9232-208F1DA6F61A}" type="parTrans" cxnId="{2A4B360A-95E6-4FC7-B137-0A8B9BF3C4EF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E3CDBC6C-DD00-4D35-90EC-34B9E6A50E87}" type="sibTrans" cxnId="{2A4B360A-95E6-4FC7-B137-0A8B9BF3C4EF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3166F151-F73B-4FA8-81C5-0F5B42AE960B}">
      <dgm:prSet phldrT="[Text]" custT="1"/>
      <dgm:spPr/>
      <dgm:t>
        <a:bodyPr/>
        <a:lstStyle/>
        <a:p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Linear </a:t>
          </a:r>
          <a:b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Structures</a:t>
          </a:r>
        </a:p>
      </dgm:t>
    </dgm:pt>
    <dgm:pt modelId="{16078EFF-AA05-4F75-A145-D6F9169F0B74}" type="parTrans" cxnId="{D8DC2739-AFB8-4C02-8E1B-53D188768D3B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A7C3D542-A2E9-41B6-A5AA-98B367B99C40}" type="sibTrans" cxnId="{D8DC2739-AFB8-4C02-8E1B-53D188768D3B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67445341-C61B-4CF9-AF30-942B3DA19C4A}">
      <dgm:prSet phldrT="[Text]" custT="1"/>
      <dgm:spPr/>
      <dgm:t>
        <a:bodyPr/>
        <a:lstStyle/>
        <a:p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Non-Linear </a:t>
          </a:r>
          <a:b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Structures</a:t>
          </a:r>
        </a:p>
      </dgm:t>
    </dgm:pt>
    <dgm:pt modelId="{804E9687-95E0-4B4B-A81A-B30639FB6E16}" type="parTrans" cxnId="{7A1811DA-C6D6-4419-B9B3-93D097F1836B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4F6B862A-655B-49AF-9823-684771D0FFF3}" type="sibTrans" cxnId="{7A1811DA-C6D6-4419-B9B3-93D097F1836B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A3F60C59-6803-48A9-9BBC-4B585CCE1B96}">
      <dgm:prSet phldrT="[Text]" custT="1"/>
      <dgm:spPr/>
      <dgm:t>
        <a:bodyPr/>
        <a:lstStyle/>
        <a:p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Trees</a:t>
          </a:r>
        </a:p>
      </dgm:t>
    </dgm:pt>
    <dgm:pt modelId="{EEB6650B-C802-4172-819B-B28EDE7B76AF}" type="parTrans" cxnId="{EB876E1E-BAC9-41EF-A1DC-B6D9D3AA9237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32DA1224-210C-45AD-9BB9-9E5EA694BCA8}" type="sibTrans" cxnId="{EB876E1E-BAC9-41EF-A1DC-B6D9D3AA9237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6E053DAD-FD64-4645-9329-22208B57C6E7}">
      <dgm:prSet phldrT="[Text]" custT="1"/>
      <dgm:spPr/>
      <dgm:t>
        <a:bodyPr/>
        <a:lstStyle/>
        <a:p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Arrays</a:t>
          </a:r>
        </a:p>
      </dgm:t>
    </dgm:pt>
    <dgm:pt modelId="{1194D988-2B2E-40C4-B1C3-605822E76931}" type="parTrans" cxnId="{F1961CDA-67F7-4C8C-B43A-54BE8532EA73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DF2EC3C7-D859-4324-ADA1-2A5AE98C52FD}" type="sibTrans" cxnId="{F1961CDA-67F7-4C8C-B43A-54BE8532EA73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B91D6884-43C6-4216-929B-6E10EE7F38D9}">
      <dgm:prSet phldrT="[Text]" custT="1"/>
      <dgm:spPr/>
      <dgm:t>
        <a:bodyPr/>
        <a:lstStyle/>
        <a:p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Linked Lists</a:t>
          </a:r>
        </a:p>
      </dgm:t>
    </dgm:pt>
    <dgm:pt modelId="{828C5CD3-583C-47A7-A82F-14E66BE45458}" type="parTrans" cxnId="{A6E05215-DA1C-40EF-93DE-915FFD01D90D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C622D511-313F-4842-AA27-A09470B92B1A}" type="sibTrans" cxnId="{A6E05215-DA1C-40EF-93DE-915FFD01D90D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244BF2AF-EB14-4A28-ADAB-188D77262A03}">
      <dgm:prSet phldrT="[Text]" custT="1"/>
      <dgm:spPr/>
      <dgm:t>
        <a:bodyPr/>
        <a:lstStyle/>
        <a:p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Stacks</a:t>
          </a:r>
        </a:p>
      </dgm:t>
    </dgm:pt>
    <dgm:pt modelId="{F1FF5270-8991-4AB5-91FA-52F3031A9B03}" type="parTrans" cxnId="{EAD2375A-0474-4DE2-A55F-B3F8D41ED8BB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E9103709-447A-4B4D-B0D9-4F1C2111A831}" type="sibTrans" cxnId="{EAD2375A-0474-4DE2-A55F-B3F8D41ED8BB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D726C77D-311B-4600-8AC6-AE9F5CD78713}">
      <dgm:prSet phldrT="[Text]" custT="1"/>
      <dgm:spPr/>
      <dgm:t>
        <a:bodyPr/>
        <a:lstStyle/>
        <a:p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Queues</a:t>
          </a:r>
        </a:p>
      </dgm:t>
    </dgm:pt>
    <dgm:pt modelId="{8B1C1515-D3C8-4CB3-8478-BDA4E5FF2B22}" type="parTrans" cxnId="{C9B95470-03CD-42BD-8582-2FA7DFAEBD4F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F7F9AE1E-F661-4C3B-ADA4-B785EF1937CF}" type="sibTrans" cxnId="{C9B95470-03CD-42BD-8582-2FA7DFAEBD4F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3893EFE2-10EE-40FE-B96B-833467F75554}">
      <dgm:prSet phldrT="[Text]" custT="1"/>
      <dgm:spPr/>
      <dgm:t>
        <a:bodyPr/>
        <a:lstStyle/>
        <a:p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Graphs</a:t>
          </a:r>
        </a:p>
      </dgm:t>
    </dgm:pt>
    <dgm:pt modelId="{CA01CC34-150B-47C1-AA04-1BEB63CB1BDF}" type="parTrans" cxnId="{DDEBFC67-B52A-41DA-B4DE-0C8317A6B8BE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48642375-AE69-4C38-9855-6A9E69AC1184}" type="sibTrans" cxnId="{DDEBFC67-B52A-41DA-B4DE-0C8317A6B8BE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D8B5F441-304F-491B-86FE-7B414E5ACEF0}">
      <dgm:prSet phldrT="[Text]" custT="1"/>
      <dgm:spPr/>
      <dgm:t>
        <a:bodyPr/>
        <a:lstStyle/>
        <a:p>
          <a:r>
            <a:rPr lang="en-US" sz="24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Hash Tables</a:t>
          </a:r>
        </a:p>
      </dgm:t>
    </dgm:pt>
    <dgm:pt modelId="{23301032-D717-4919-9738-6DF5A7DFF461}" type="parTrans" cxnId="{6AB4BFF4-9D38-4B45-88C2-A6C842BCCC3F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94425E9D-5754-47C0-B877-88483B2AC74C}" type="sibTrans" cxnId="{6AB4BFF4-9D38-4B45-88C2-A6C842BCCC3F}">
      <dgm:prSet/>
      <dgm:spPr/>
      <dgm:t>
        <a:bodyPr/>
        <a:lstStyle/>
        <a:p>
          <a:endParaRPr lang="en-US" sz="320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AFF5B2DC-A2C5-49FD-B06C-ABC03F8A43EA}" type="pres">
      <dgm:prSet presAssocID="{3ECFD1B8-3DEE-4FDA-B679-AA7A680C597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D07AFA0-65F4-46F7-983C-C5088F362DB9}" type="pres">
      <dgm:prSet presAssocID="{0EB48A0E-5D02-4AD7-87F8-4FE2CC1794F1}" presName="hierRoot1" presStyleCnt="0">
        <dgm:presLayoutVars>
          <dgm:hierBranch val="init"/>
        </dgm:presLayoutVars>
      </dgm:prSet>
      <dgm:spPr/>
    </dgm:pt>
    <dgm:pt modelId="{AD3B9C5C-7654-4113-810C-0791C9C4B2C8}" type="pres">
      <dgm:prSet presAssocID="{0EB48A0E-5D02-4AD7-87F8-4FE2CC1794F1}" presName="rootComposite1" presStyleCnt="0"/>
      <dgm:spPr/>
    </dgm:pt>
    <dgm:pt modelId="{7728CEA4-37CC-413F-87C4-B7DA8F61CEB1}" type="pres">
      <dgm:prSet presAssocID="{0EB48A0E-5D02-4AD7-87F8-4FE2CC1794F1}" presName="rootText1" presStyleLbl="node0" presStyleIdx="0" presStyleCnt="1" custScaleX="192651" custScaleY="118159">
        <dgm:presLayoutVars>
          <dgm:chPref val="3"/>
        </dgm:presLayoutVars>
      </dgm:prSet>
      <dgm:spPr/>
    </dgm:pt>
    <dgm:pt modelId="{8919384D-D430-4D29-B60D-33748EC0D942}" type="pres">
      <dgm:prSet presAssocID="{0EB48A0E-5D02-4AD7-87F8-4FE2CC1794F1}" presName="rootConnector1" presStyleLbl="node1" presStyleIdx="0" presStyleCnt="0"/>
      <dgm:spPr/>
    </dgm:pt>
    <dgm:pt modelId="{5B2332C1-E846-4029-80AA-56C69C769747}" type="pres">
      <dgm:prSet presAssocID="{0EB48A0E-5D02-4AD7-87F8-4FE2CC1794F1}" presName="hierChild2" presStyleCnt="0"/>
      <dgm:spPr/>
    </dgm:pt>
    <dgm:pt modelId="{DDF4EC9F-46CF-4F8C-9A69-3E0A8B0D7EF8}" type="pres">
      <dgm:prSet presAssocID="{16078EFF-AA05-4F75-A145-D6F9169F0B74}" presName="Name37" presStyleLbl="parChTrans1D2" presStyleIdx="0" presStyleCnt="2"/>
      <dgm:spPr/>
    </dgm:pt>
    <dgm:pt modelId="{F7E8E8B6-CA51-4D91-8D8C-0AAD0246C4F2}" type="pres">
      <dgm:prSet presAssocID="{3166F151-F73B-4FA8-81C5-0F5B42AE960B}" presName="hierRoot2" presStyleCnt="0">
        <dgm:presLayoutVars>
          <dgm:hierBranch/>
        </dgm:presLayoutVars>
      </dgm:prSet>
      <dgm:spPr/>
    </dgm:pt>
    <dgm:pt modelId="{BD832902-823C-4C2F-A011-B34C9D8AAE9D}" type="pres">
      <dgm:prSet presAssocID="{3166F151-F73B-4FA8-81C5-0F5B42AE960B}" presName="rootComposite" presStyleCnt="0"/>
      <dgm:spPr/>
    </dgm:pt>
    <dgm:pt modelId="{FDE2AD37-9649-44D7-9202-4ED11F236F0D}" type="pres">
      <dgm:prSet presAssocID="{3166F151-F73B-4FA8-81C5-0F5B42AE960B}" presName="rootText" presStyleLbl="node2" presStyleIdx="0" presStyleCnt="2" custScaleX="192651" custScaleY="118159">
        <dgm:presLayoutVars>
          <dgm:chPref val="3"/>
        </dgm:presLayoutVars>
      </dgm:prSet>
      <dgm:spPr/>
    </dgm:pt>
    <dgm:pt modelId="{9763B1B4-AC2B-4DED-9785-69363FBE55E7}" type="pres">
      <dgm:prSet presAssocID="{3166F151-F73B-4FA8-81C5-0F5B42AE960B}" presName="rootConnector" presStyleLbl="node2" presStyleIdx="0" presStyleCnt="2"/>
      <dgm:spPr/>
    </dgm:pt>
    <dgm:pt modelId="{05CA7A33-C7FA-49E7-B2B3-5730FE66BF7A}" type="pres">
      <dgm:prSet presAssocID="{3166F151-F73B-4FA8-81C5-0F5B42AE960B}" presName="hierChild4" presStyleCnt="0"/>
      <dgm:spPr/>
    </dgm:pt>
    <dgm:pt modelId="{8AAD6143-D451-4029-B987-1A4AE9C15AC6}" type="pres">
      <dgm:prSet presAssocID="{1194D988-2B2E-40C4-B1C3-605822E76931}" presName="Name35" presStyleLbl="parChTrans1D3" presStyleIdx="0" presStyleCnt="7"/>
      <dgm:spPr/>
    </dgm:pt>
    <dgm:pt modelId="{172B4392-B22D-41E0-835A-3ADABC5AFE90}" type="pres">
      <dgm:prSet presAssocID="{6E053DAD-FD64-4645-9329-22208B57C6E7}" presName="hierRoot2" presStyleCnt="0">
        <dgm:presLayoutVars>
          <dgm:hierBranch val="init"/>
        </dgm:presLayoutVars>
      </dgm:prSet>
      <dgm:spPr/>
    </dgm:pt>
    <dgm:pt modelId="{2239A118-82AF-4570-9424-BF449228D009}" type="pres">
      <dgm:prSet presAssocID="{6E053DAD-FD64-4645-9329-22208B57C6E7}" presName="rootComposite" presStyleCnt="0"/>
      <dgm:spPr/>
    </dgm:pt>
    <dgm:pt modelId="{053A4F51-D6DF-4E0F-9FBD-F0EC02925A3E}" type="pres">
      <dgm:prSet presAssocID="{6E053DAD-FD64-4645-9329-22208B57C6E7}" presName="rootText" presStyleLbl="node3" presStyleIdx="0" presStyleCnt="7" custScaleY="118159">
        <dgm:presLayoutVars>
          <dgm:chPref val="3"/>
        </dgm:presLayoutVars>
      </dgm:prSet>
      <dgm:spPr/>
    </dgm:pt>
    <dgm:pt modelId="{CA78F7CD-E709-473C-8281-0EEF0A688776}" type="pres">
      <dgm:prSet presAssocID="{6E053DAD-FD64-4645-9329-22208B57C6E7}" presName="rootConnector" presStyleLbl="node3" presStyleIdx="0" presStyleCnt="7"/>
      <dgm:spPr/>
    </dgm:pt>
    <dgm:pt modelId="{3006E407-C83D-4FA9-ABCA-EBEDE2A7240B}" type="pres">
      <dgm:prSet presAssocID="{6E053DAD-FD64-4645-9329-22208B57C6E7}" presName="hierChild4" presStyleCnt="0"/>
      <dgm:spPr/>
    </dgm:pt>
    <dgm:pt modelId="{69BA10F5-476B-49DB-8693-5C0D8F1B977E}" type="pres">
      <dgm:prSet presAssocID="{6E053DAD-FD64-4645-9329-22208B57C6E7}" presName="hierChild5" presStyleCnt="0"/>
      <dgm:spPr/>
    </dgm:pt>
    <dgm:pt modelId="{7180D976-2E56-4423-94A1-CE57574BC831}" type="pres">
      <dgm:prSet presAssocID="{828C5CD3-583C-47A7-A82F-14E66BE45458}" presName="Name35" presStyleLbl="parChTrans1D3" presStyleIdx="1" presStyleCnt="7"/>
      <dgm:spPr/>
    </dgm:pt>
    <dgm:pt modelId="{6C2FE74F-2F4E-4C63-A750-E22DDC41E1B7}" type="pres">
      <dgm:prSet presAssocID="{B91D6884-43C6-4216-929B-6E10EE7F38D9}" presName="hierRoot2" presStyleCnt="0">
        <dgm:presLayoutVars>
          <dgm:hierBranch val="init"/>
        </dgm:presLayoutVars>
      </dgm:prSet>
      <dgm:spPr/>
    </dgm:pt>
    <dgm:pt modelId="{FD48105D-5757-453A-B97E-75B7BDF67F8C}" type="pres">
      <dgm:prSet presAssocID="{B91D6884-43C6-4216-929B-6E10EE7F38D9}" presName="rootComposite" presStyleCnt="0"/>
      <dgm:spPr/>
    </dgm:pt>
    <dgm:pt modelId="{5B73023A-9C1A-4343-9397-E086218A228A}" type="pres">
      <dgm:prSet presAssocID="{B91D6884-43C6-4216-929B-6E10EE7F38D9}" presName="rootText" presStyleLbl="node3" presStyleIdx="1" presStyleCnt="7" custScaleY="118159">
        <dgm:presLayoutVars>
          <dgm:chPref val="3"/>
        </dgm:presLayoutVars>
      </dgm:prSet>
      <dgm:spPr/>
    </dgm:pt>
    <dgm:pt modelId="{DC0F996F-9E90-4A2B-9490-42727168F093}" type="pres">
      <dgm:prSet presAssocID="{B91D6884-43C6-4216-929B-6E10EE7F38D9}" presName="rootConnector" presStyleLbl="node3" presStyleIdx="1" presStyleCnt="7"/>
      <dgm:spPr/>
    </dgm:pt>
    <dgm:pt modelId="{C084A177-A3B6-4D0A-AB97-89A53CE3A7DD}" type="pres">
      <dgm:prSet presAssocID="{B91D6884-43C6-4216-929B-6E10EE7F38D9}" presName="hierChild4" presStyleCnt="0"/>
      <dgm:spPr/>
    </dgm:pt>
    <dgm:pt modelId="{3E7F9D8B-BA9F-46EC-B366-F9E0AF5CE7C5}" type="pres">
      <dgm:prSet presAssocID="{B91D6884-43C6-4216-929B-6E10EE7F38D9}" presName="hierChild5" presStyleCnt="0"/>
      <dgm:spPr/>
    </dgm:pt>
    <dgm:pt modelId="{EFC6E24D-7170-41CA-885D-7A3D86F0056A}" type="pres">
      <dgm:prSet presAssocID="{F1FF5270-8991-4AB5-91FA-52F3031A9B03}" presName="Name35" presStyleLbl="parChTrans1D3" presStyleIdx="2" presStyleCnt="7"/>
      <dgm:spPr/>
    </dgm:pt>
    <dgm:pt modelId="{1B729E6C-1B39-41AB-B938-90A0AF864874}" type="pres">
      <dgm:prSet presAssocID="{244BF2AF-EB14-4A28-ADAB-188D77262A03}" presName="hierRoot2" presStyleCnt="0">
        <dgm:presLayoutVars>
          <dgm:hierBranch val="init"/>
        </dgm:presLayoutVars>
      </dgm:prSet>
      <dgm:spPr/>
    </dgm:pt>
    <dgm:pt modelId="{197A96FB-6247-4F2F-9336-8B438315CDBB}" type="pres">
      <dgm:prSet presAssocID="{244BF2AF-EB14-4A28-ADAB-188D77262A03}" presName="rootComposite" presStyleCnt="0"/>
      <dgm:spPr/>
    </dgm:pt>
    <dgm:pt modelId="{21A12D21-29C6-4921-86E9-CEA82D97DBEC}" type="pres">
      <dgm:prSet presAssocID="{244BF2AF-EB14-4A28-ADAB-188D77262A03}" presName="rootText" presStyleLbl="node3" presStyleIdx="2" presStyleCnt="7" custScaleY="118159">
        <dgm:presLayoutVars>
          <dgm:chPref val="3"/>
        </dgm:presLayoutVars>
      </dgm:prSet>
      <dgm:spPr/>
    </dgm:pt>
    <dgm:pt modelId="{9DD3594E-637C-4C92-9217-7254E774D99F}" type="pres">
      <dgm:prSet presAssocID="{244BF2AF-EB14-4A28-ADAB-188D77262A03}" presName="rootConnector" presStyleLbl="node3" presStyleIdx="2" presStyleCnt="7"/>
      <dgm:spPr/>
    </dgm:pt>
    <dgm:pt modelId="{46AB6877-F864-4759-85E9-9911A472937D}" type="pres">
      <dgm:prSet presAssocID="{244BF2AF-EB14-4A28-ADAB-188D77262A03}" presName="hierChild4" presStyleCnt="0"/>
      <dgm:spPr/>
    </dgm:pt>
    <dgm:pt modelId="{819A9FEE-85CC-4CEB-BD13-6A4716E1D6D5}" type="pres">
      <dgm:prSet presAssocID="{244BF2AF-EB14-4A28-ADAB-188D77262A03}" presName="hierChild5" presStyleCnt="0"/>
      <dgm:spPr/>
    </dgm:pt>
    <dgm:pt modelId="{E18FE302-C8DC-4C0B-B20E-59FA4E83EB6F}" type="pres">
      <dgm:prSet presAssocID="{8B1C1515-D3C8-4CB3-8478-BDA4E5FF2B22}" presName="Name35" presStyleLbl="parChTrans1D3" presStyleIdx="3" presStyleCnt="7"/>
      <dgm:spPr/>
    </dgm:pt>
    <dgm:pt modelId="{DAECC0EA-55DD-4DCF-AE3B-9B67DD87F1BE}" type="pres">
      <dgm:prSet presAssocID="{D726C77D-311B-4600-8AC6-AE9F5CD78713}" presName="hierRoot2" presStyleCnt="0">
        <dgm:presLayoutVars>
          <dgm:hierBranch val="init"/>
        </dgm:presLayoutVars>
      </dgm:prSet>
      <dgm:spPr/>
    </dgm:pt>
    <dgm:pt modelId="{D5AE2120-D2B5-4A16-8B13-B16F81FCB9E0}" type="pres">
      <dgm:prSet presAssocID="{D726C77D-311B-4600-8AC6-AE9F5CD78713}" presName="rootComposite" presStyleCnt="0"/>
      <dgm:spPr/>
    </dgm:pt>
    <dgm:pt modelId="{AB5713C3-4304-431D-926E-25F940B9D9F1}" type="pres">
      <dgm:prSet presAssocID="{D726C77D-311B-4600-8AC6-AE9F5CD78713}" presName="rootText" presStyleLbl="node3" presStyleIdx="3" presStyleCnt="7" custScaleY="118159">
        <dgm:presLayoutVars>
          <dgm:chPref val="3"/>
        </dgm:presLayoutVars>
      </dgm:prSet>
      <dgm:spPr/>
    </dgm:pt>
    <dgm:pt modelId="{5F9DF5AE-874F-4988-BCDA-776886C16F5D}" type="pres">
      <dgm:prSet presAssocID="{D726C77D-311B-4600-8AC6-AE9F5CD78713}" presName="rootConnector" presStyleLbl="node3" presStyleIdx="3" presStyleCnt="7"/>
      <dgm:spPr/>
    </dgm:pt>
    <dgm:pt modelId="{3D28D506-BC6A-46C5-97D9-8EB3916A790C}" type="pres">
      <dgm:prSet presAssocID="{D726C77D-311B-4600-8AC6-AE9F5CD78713}" presName="hierChild4" presStyleCnt="0"/>
      <dgm:spPr/>
    </dgm:pt>
    <dgm:pt modelId="{22D4B2DA-02A1-4A5E-B096-30BCF593691B}" type="pres">
      <dgm:prSet presAssocID="{D726C77D-311B-4600-8AC6-AE9F5CD78713}" presName="hierChild5" presStyleCnt="0"/>
      <dgm:spPr/>
    </dgm:pt>
    <dgm:pt modelId="{B3B472AA-431D-48A7-995E-B84189B89999}" type="pres">
      <dgm:prSet presAssocID="{3166F151-F73B-4FA8-81C5-0F5B42AE960B}" presName="hierChild5" presStyleCnt="0"/>
      <dgm:spPr/>
    </dgm:pt>
    <dgm:pt modelId="{B3B7BFB5-21EB-40A1-B216-F3E786F73418}" type="pres">
      <dgm:prSet presAssocID="{804E9687-95E0-4B4B-A81A-B30639FB6E16}" presName="Name37" presStyleLbl="parChTrans1D2" presStyleIdx="1" presStyleCnt="2"/>
      <dgm:spPr/>
    </dgm:pt>
    <dgm:pt modelId="{14088824-E271-4EB1-B4A8-371704203BB6}" type="pres">
      <dgm:prSet presAssocID="{67445341-C61B-4CF9-AF30-942B3DA19C4A}" presName="hierRoot2" presStyleCnt="0">
        <dgm:presLayoutVars>
          <dgm:hierBranch/>
        </dgm:presLayoutVars>
      </dgm:prSet>
      <dgm:spPr/>
    </dgm:pt>
    <dgm:pt modelId="{A0DB1755-C128-417B-A6B7-545620B2F5BF}" type="pres">
      <dgm:prSet presAssocID="{67445341-C61B-4CF9-AF30-942B3DA19C4A}" presName="rootComposite" presStyleCnt="0"/>
      <dgm:spPr/>
    </dgm:pt>
    <dgm:pt modelId="{76830143-87E9-4E94-B886-B974CC44F9BC}" type="pres">
      <dgm:prSet presAssocID="{67445341-C61B-4CF9-AF30-942B3DA19C4A}" presName="rootText" presStyleLbl="node2" presStyleIdx="1" presStyleCnt="2" custScaleX="192651" custScaleY="118159">
        <dgm:presLayoutVars>
          <dgm:chPref val="3"/>
        </dgm:presLayoutVars>
      </dgm:prSet>
      <dgm:spPr/>
    </dgm:pt>
    <dgm:pt modelId="{445B77A7-4E6F-472A-B23F-A34B87DBB727}" type="pres">
      <dgm:prSet presAssocID="{67445341-C61B-4CF9-AF30-942B3DA19C4A}" presName="rootConnector" presStyleLbl="node2" presStyleIdx="1" presStyleCnt="2"/>
      <dgm:spPr/>
    </dgm:pt>
    <dgm:pt modelId="{C8E6A3D2-B122-4529-8920-A3CF17F14791}" type="pres">
      <dgm:prSet presAssocID="{67445341-C61B-4CF9-AF30-942B3DA19C4A}" presName="hierChild4" presStyleCnt="0"/>
      <dgm:spPr/>
    </dgm:pt>
    <dgm:pt modelId="{97010D58-3B61-468D-A521-7FE9B30A5E40}" type="pres">
      <dgm:prSet presAssocID="{EEB6650B-C802-4172-819B-B28EDE7B76AF}" presName="Name35" presStyleLbl="parChTrans1D3" presStyleIdx="4" presStyleCnt="7"/>
      <dgm:spPr/>
    </dgm:pt>
    <dgm:pt modelId="{DD9E06A7-199F-4751-BF35-0DC78F7A60BD}" type="pres">
      <dgm:prSet presAssocID="{A3F60C59-6803-48A9-9BBC-4B585CCE1B96}" presName="hierRoot2" presStyleCnt="0">
        <dgm:presLayoutVars>
          <dgm:hierBranch val="init"/>
        </dgm:presLayoutVars>
      </dgm:prSet>
      <dgm:spPr/>
    </dgm:pt>
    <dgm:pt modelId="{AA64E5D9-95C7-43A9-8474-C02537D2D446}" type="pres">
      <dgm:prSet presAssocID="{A3F60C59-6803-48A9-9BBC-4B585CCE1B96}" presName="rootComposite" presStyleCnt="0"/>
      <dgm:spPr/>
    </dgm:pt>
    <dgm:pt modelId="{81FB4520-EE14-405D-A525-28FBB05B84DA}" type="pres">
      <dgm:prSet presAssocID="{A3F60C59-6803-48A9-9BBC-4B585CCE1B96}" presName="rootText" presStyleLbl="node3" presStyleIdx="4" presStyleCnt="7" custScaleY="118159">
        <dgm:presLayoutVars>
          <dgm:chPref val="3"/>
        </dgm:presLayoutVars>
      </dgm:prSet>
      <dgm:spPr/>
    </dgm:pt>
    <dgm:pt modelId="{5EB76150-E33E-4156-B4CB-CF0283E7F1D1}" type="pres">
      <dgm:prSet presAssocID="{A3F60C59-6803-48A9-9BBC-4B585CCE1B96}" presName="rootConnector" presStyleLbl="node3" presStyleIdx="4" presStyleCnt="7"/>
      <dgm:spPr/>
    </dgm:pt>
    <dgm:pt modelId="{2779064E-EF72-4659-8424-93B086A2272C}" type="pres">
      <dgm:prSet presAssocID="{A3F60C59-6803-48A9-9BBC-4B585CCE1B96}" presName="hierChild4" presStyleCnt="0"/>
      <dgm:spPr/>
    </dgm:pt>
    <dgm:pt modelId="{7234EF2D-BA82-4FF5-9B22-A0A0F49B816E}" type="pres">
      <dgm:prSet presAssocID="{A3F60C59-6803-48A9-9BBC-4B585CCE1B96}" presName="hierChild5" presStyleCnt="0"/>
      <dgm:spPr/>
    </dgm:pt>
    <dgm:pt modelId="{AE101E9B-9DAA-48CC-A8B2-5FF399CCEB32}" type="pres">
      <dgm:prSet presAssocID="{CA01CC34-150B-47C1-AA04-1BEB63CB1BDF}" presName="Name35" presStyleLbl="parChTrans1D3" presStyleIdx="5" presStyleCnt="7"/>
      <dgm:spPr/>
    </dgm:pt>
    <dgm:pt modelId="{B9121F05-2842-4035-A995-B357E65409D3}" type="pres">
      <dgm:prSet presAssocID="{3893EFE2-10EE-40FE-B96B-833467F75554}" presName="hierRoot2" presStyleCnt="0">
        <dgm:presLayoutVars>
          <dgm:hierBranch val="init"/>
        </dgm:presLayoutVars>
      </dgm:prSet>
      <dgm:spPr/>
    </dgm:pt>
    <dgm:pt modelId="{AD506DD8-5689-46DD-9EFE-1343835C98E4}" type="pres">
      <dgm:prSet presAssocID="{3893EFE2-10EE-40FE-B96B-833467F75554}" presName="rootComposite" presStyleCnt="0"/>
      <dgm:spPr/>
    </dgm:pt>
    <dgm:pt modelId="{A11F3BE7-6DBB-4101-BDB6-EBEA0DAFA684}" type="pres">
      <dgm:prSet presAssocID="{3893EFE2-10EE-40FE-B96B-833467F75554}" presName="rootText" presStyleLbl="node3" presStyleIdx="5" presStyleCnt="7" custScaleY="118159">
        <dgm:presLayoutVars>
          <dgm:chPref val="3"/>
        </dgm:presLayoutVars>
      </dgm:prSet>
      <dgm:spPr/>
    </dgm:pt>
    <dgm:pt modelId="{BDF5C8DD-BFA9-4B09-ACCF-C531BD6A69F4}" type="pres">
      <dgm:prSet presAssocID="{3893EFE2-10EE-40FE-B96B-833467F75554}" presName="rootConnector" presStyleLbl="node3" presStyleIdx="5" presStyleCnt="7"/>
      <dgm:spPr/>
    </dgm:pt>
    <dgm:pt modelId="{FC78CB60-B94B-4B01-BB77-4E1EB7D2A50D}" type="pres">
      <dgm:prSet presAssocID="{3893EFE2-10EE-40FE-B96B-833467F75554}" presName="hierChild4" presStyleCnt="0"/>
      <dgm:spPr/>
    </dgm:pt>
    <dgm:pt modelId="{CAA3DFB7-399B-47A2-938C-C85E91411536}" type="pres">
      <dgm:prSet presAssocID="{3893EFE2-10EE-40FE-B96B-833467F75554}" presName="hierChild5" presStyleCnt="0"/>
      <dgm:spPr/>
    </dgm:pt>
    <dgm:pt modelId="{43BCFD4E-2397-498F-945E-E64BEF7BF605}" type="pres">
      <dgm:prSet presAssocID="{23301032-D717-4919-9738-6DF5A7DFF461}" presName="Name35" presStyleLbl="parChTrans1D3" presStyleIdx="6" presStyleCnt="7"/>
      <dgm:spPr/>
    </dgm:pt>
    <dgm:pt modelId="{7FEDD790-AA7A-4824-973E-7CD2F824721B}" type="pres">
      <dgm:prSet presAssocID="{D8B5F441-304F-491B-86FE-7B414E5ACEF0}" presName="hierRoot2" presStyleCnt="0">
        <dgm:presLayoutVars>
          <dgm:hierBranch val="init"/>
        </dgm:presLayoutVars>
      </dgm:prSet>
      <dgm:spPr/>
    </dgm:pt>
    <dgm:pt modelId="{BEE88D51-6521-417B-B5F4-20B315207527}" type="pres">
      <dgm:prSet presAssocID="{D8B5F441-304F-491B-86FE-7B414E5ACEF0}" presName="rootComposite" presStyleCnt="0"/>
      <dgm:spPr/>
    </dgm:pt>
    <dgm:pt modelId="{BD392C07-7B25-4A90-A558-0F9F45D23EEB}" type="pres">
      <dgm:prSet presAssocID="{D8B5F441-304F-491B-86FE-7B414E5ACEF0}" presName="rootText" presStyleLbl="node3" presStyleIdx="6" presStyleCnt="7" custScaleY="118159">
        <dgm:presLayoutVars>
          <dgm:chPref val="3"/>
        </dgm:presLayoutVars>
      </dgm:prSet>
      <dgm:spPr/>
    </dgm:pt>
    <dgm:pt modelId="{8C3395CB-B65E-4E5D-8953-08E90A66F57A}" type="pres">
      <dgm:prSet presAssocID="{D8B5F441-304F-491B-86FE-7B414E5ACEF0}" presName="rootConnector" presStyleLbl="node3" presStyleIdx="6" presStyleCnt="7"/>
      <dgm:spPr/>
    </dgm:pt>
    <dgm:pt modelId="{934B5511-12BC-427B-9A49-7CBEA967162F}" type="pres">
      <dgm:prSet presAssocID="{D8B5F441-304F-491B-86FE-7B414E5ACEF0}" presName="hierChild4" presStyleCnt="0"/>
      <dgm:spPr/>
    </dgm:pt>
    <dgm:pt modelId="{83FA6381-A25C-4B10-89A4-884D21E2AC38}" type="pres">
      <dgm:prSet presAssocID="{D8B5F441-304F-491B-86FE-7B414E5ACEF0}" presName="hierChild5" presStyleCnt="0"/>
      <dgm:spPr/>
    </dgm:pt>
    <dgm:pt modelId="{EB7A59B5-AE52-496A-8126-32C7E526C779}" type="pres">
      <dgm:prSet presAssocID="{67445341-C61B-4CF9-AF30-942B3DA19C4A}" presName="hierChild5" presStyleCnt="0"/>
      <dgm:spPr/>
    </dgm:pt>
    <dgm:pt modelId="{69D837C8-B765-44A7-AA23-349ED29C24CE}" type="pres">
      <dgm:prSet presAssocID="{0EB48A0E-5D02-4AD7-87F8-4FE2CC1794F1}" presName="hierChild3" presStyleCnt="0"/>
      <dgm:spPr/>
    </dgm:pt>
  </dgm:ptLst>
  <dgm:cxnLst>
    <dgm:cxn modelId="{2A4B360A-95E6-4FC7-B137-0A8B9BF3C4EF}" srcId="{3ECFD1B8-3DEE-4FDA-B679-AA7A680C5971}" destId="{0EB48A0E-5D02-4AD7-87F8-4FE2CC1794F1}" srcOrd="0" destOrd="0" parTransId="{E652E374-DF1B-49D9-9232-208F1DA6F61A}" sibTransId="{E3CDBC6C-DD00-4D35-90EC-34B9E6A50E87}"/>
    <dgm:cxn modelId="{3DCCCF0D-ED98-4711-BF1C-2533D77F44FE}" type="presOf" srcId="{6E053DAD-FD64-4645-9329-22208B57C6E7}" destId="{053A4F51-D6DF-4E0F-9FBD-F0EC02925A3E}" srcOrd="0" destOrd="0" presId="urn:microsoft.com/office/officeart/2005/8/layout/orgChart1"/>
    <dgm:cxn modelId="{5E87910F-AEE2-4FE4-85FA-5A1C19CBA767}" type="presOf" srcId="{B91D6884-43C6-4216-929B-6E10EE7F38D9}" destId="{5B73023A-9C1A-4343-9397-E086218A228A}" srcOrd="0" destOrd="0" presId="urn:microsoft.com/office/officeart/2005/8/layout/orgChart1"/>
    <dgm:cxn modelId="{A6E05215-DA1C-40EF-93DE-915FFD01D90D}" srcId="{3166F151-F73B-4FA8-81C5-0F5B42AE960B}" destId="{B91D6884-43C6-4216-929B-6E10EE7F38D9}" srcOrd="1" destOrd="0" parTransId="{828C5CD3-583C-47A7-A82F-14E66BE45458}" sibTransId="{C622D511-313F-4842-AA27-A09470B92B1A}"/>
    <dgm:cxn modelId="{CC7EF619-C716-4A32-91C5-081ACA11E46C}" type="presOf" srcId="{F1FF5270-8991-4AB5-91FA-52F3031A9B03}" destId="{EFC6E24D-7170-41CA-885D-7A3D86F0056A}" srcOrd="0" destOrd="0" presId="urn:microsoft.com/office/officeart/2005/8/layout/orgChart1"/>
    <dgm:cxn modelId="{EB876E1E-BAC9-41EF-A1DC-B6D9D3AA9237}" srcId="{67445341-C61B-4CF9-AF30-942B3DA19C4A}" destId="{A3F60C59-6803-48A9-9BBC-4B585CCE1B96}" srcOrd="0" destOrd="0" parTransId="{EEB6650B-C802-4172-819B-B28EDE7B76AF}" sibTransId="{32DA1224-210C-45AD-9BB9-9E5EA694BCA8}"/>
    <dgm:cxn modelId="{67EB8A1E-A944-48EA-9F8B-DB88AE83F52B}" type="presOf" srcId="{3166F151-F73B-4FA8-81C5-0F5B42AE960B}" destId="{FDE2AD37-9649-44D7-9202-4ED11F236F0D}" srcOrd="0" destOrd="0" presId="urn:microsoft.com/office/officeart/2005/8/layout/orgChart1"/>
    <dgm:cxn modelId="{5A7B3824-F750-4123-840D-4896A5F7A9F3}" type="presOf" srcId="{6E053DAD-FD64-4645-9329-22208B57C6E7}" destId="{CA78F7CD-E709-473C-8281-0EEF0A688776}" srcOrd="1" destOrd="0" presId="urn:microsoft.com/office/officeart/2005/8/layout/orgChart1"/>
    <dgm:cxn modelId="{1CDC042A-8520-4B32-9FDE-8DFC7ED2516C}" type="presOf" srcId="{D8B5F441-304F-491B-86FE-7B414E5ACEF0}" destId="{BD392C07-7B25-4A90-A558-0F9F45D23EEB}" srcOrd="0" destOrd="0" presId="urn:microsoft.com/office/officeart/2005/8/layout/orgChart1"/>
    <dgm:cxn modelId="{6ED8FE2A-7450-4660-A70F-1E29BCE44A09}" type="presOf" srcId="{B91D6884-43C6-4216-929B-6E10EE7F38D9}" destId="{DC0F996F-9E90-4A2B-9490-42727168F093}" srcOrd="1" destOrd="0" presId="urn:microsoft.com/office/officeart/2005/8/layout/orgChart1"/>
    <dgm:cxn modelId="{6B836A2C-55B3-4686-A90C-070C062742F3}" type="presOf" srcId="{16078EFF-AA05-4F75-A145-D6F9169F0B74}" destId="{DDF4EC9F-46CF-4F8C-9A69-3E0A8B0D7EF8}" srcOrd="0" destOrd="0" presId="urn:microsoft.com/office/officeart/2005/8/layout/orgChart1"/>
    <dgm:cxn modelId="{864E192E-0F5E-47A2-91AE-9DD9BC9003FD}" type="presOf" srcId="{EEB6650B-C802-4172-819B-B28EDE7B76AF}" destId="{97010D58-3B61-468D-A521-7FE9B30A5E40}" srcOrd="0" destOrd="0" presId="urn:microsoft.com/office/officeart/2005/8/layout/orgChart1"/>
    <dgm:cxn modelId="{314EB434-FC3F-4FB6-81AF-924AFFCF7096}" type="presOf" srcId="{1194D988-2B2E-40C4-B1C3-605822E76931}" destId="{8AAD6143-D451-4029-B987-1A4AE9C15AC6}" srcOrd="0" destOrd="0" presId="urn:microsoft.com/office/officeart/2005/8/layout/orgChart1"/>
    <dgm:cxn modelId="{D8DC2739-AFB8-4C02-8E1B-53D188768D3B}" srcId="{0EB48A0E-5D02-4AD7-87F8-4FE2CC1794F1}" destId="{3166F151-F73B-4FA8-81C5-0F5B42AE960B}" srcOrd="0" destOrd="0" parTransId="{16078EFF-AA05-4F75-A145-D6F9169F0B74}" sibTransId="{A7C3D542-A2E9-41B6-A5AA-98B367B99C40}"/>
    <dgm:cxn modelId="{01908B40-50F3-4CE0-A556-71F9BEF60EF0}" type="presOf" srcId="{D726C77D-311B-4600-8AC6-AE9F5CD78713}" destId="{5F9DF5AE-874F-4988-BCDA-776886C16F5D}" srcOrd="1" destOrd="0" presId="urn:microsoft.com/office/officeart/2005/8/layout/orgChart1"/>
    <dgm:cxn modelId="{15B6F35E-140D-450F-B2AE-7627C79DCB45}" type="presOf" srcId="{804E9687-95E0-4B4B-A81A-B30639FB6E16}" destId="{B3B7BFB5-21EB-40A1-B216-F3E786F73418}" srcOrd="0" destOrd="0" presId="urn:microsoft.com/office/officeart/2005/8/layout/orgChart1"/>
    <dgm:cxn modelId="{BF1BDE43-79DD-4D7E-994E-9A37AF9A833F}" type="presOf" srcId="{244BF2AF-EB14-4A28-ADAB-188D77262A03}" destId="{9DD3594E-637C-4C92-9217-7254E774D99F}" srcOrd="1" destOrd="0" presId="urn:microsoft.com/office/officeart/2005/8/layout/orgChart1"/>
    <dgm:cxn modelId="{89180D66-DA66-46B2-BF19-10D87908982C}" type="presOf" srcId="{67445341-C61B-4CF9-AF30-942B3DA19C4A}" destId="{76830143-87E9-4E94-B886-B974CC44F9BC}" srcOrd="0" destOrd="0" presId="urn:microsoft.com/office/officeart/2005/8/layout/orgChart1"/>
    <dgm:cxn modelId="{DDEBFC67-B52A-41DA-B4DE-0C8317A6B8BE}" srcId="{67445341-C61B-4CF9-AF30-942B3DA19C4A}" destId="{3893EFE2-10EE-40FE-B96B-833467F75554}" srcOrd="1" destOrd="0" parTransId="{CA01CC34-150B-47C1-AA04-1BEB63CB1BDF}" sibTransId="{48642375-AE69-4C38-9855-6A9E69AC1184}"/>
    <dgm:cxn modelId="{9BD3A46A-B212-43D4-8FB0-4E97EE73D7EF}" type="presOf" srcId="{3893EFE2-10EE-40FE-B96B-833467F75554}" destId="{A11F3BE7-6DBB-4101-BDB6-EBEA0DAFA684}" srcOrd="0" destOrd="0" presId="urn:microsoft.com/office/officeart/2005/8/layout/orgChart1"/>
    <dgm:cxn modelId="{1D95194D-F900-42F4-8230-2D033DE877F3}" type="presOf" srcId="{D8B5F441-304F-491B-86FE-7B414E5ACEF0}" destId="{8C3395CB-B65E-4E5D-8953-08E90A66F57A}" srcOrd="1" destOrd="0" presId="urn:microsoft.com/office/officeart/2005/8/layout/orgChart1"/>
    <dgm:cxn modelId="{A152894E-4B2B-46DA-B695-993C1A6AD1D4}" type="presOf" srcId="{67445341-C61B-4CF9-AF30-942B3DA19C4A}" destId="{445B77A7-4E6F-472A-B23F-A34B87DBB727}" srcOrd="1" destOrd="0" presId="urn:microsoft.com/office/officeart/2005/8/layout/orgChart1"/>
    <dgm:cxn modelId="{C9B95470-03CD-42BD-8582-2FA7DFAEBD4F}" srcId="{3166F151-F73B-4FA8-81C5-0F5B42AE960B}" destId="{D726C77D-311B-4600-8AC6-AE9F5CD78713}" srcOrd="3" destOrd="0" parTransId="{8B1C1515-D3C8-4CB3-8478-BDA4E5FF2B22}" sibTransId="{F7F9AE1E-F661-4C3B-ADA4-B785EF1937CF}"/>
    <dgm:cxn modelId="{449E2D57-3E47-4390-964E-F24BD9F9985E}" type="presOf" srcId="{D726C77D-311B-4600-8AC6-AE9F5CD78713}" destId="{AB5713C3-4304-431D-926E-25F940B9D9F1}" srcOrd="0" destOrd="0" presId="urn:microsoft.com/office/officeart/2005/8/layout/orgChart1"/>
    <dgm:cxn modelId="{EAD2375A-0474-4DE2-A55F-B3F8D41ED8BB}" srcId="{3166F151-F73B-4FA8-81C5-0F5B42AE960B}" destId="{244BF2AF-EB14-4A28-ADAB-188D77262A03}" srcOrd="2" destOrd="0" parTransId="{F1FF5270-8991-4AB5-91FA-52F3031A9B03}" sibTransId="{E9103709-447A-4B4D-B0D9-4F1C2111A831}"/>
    <dgm:cxn modelId="{25934C7A-1C17-48F3-BD43-AC906E70CAA2}" type="presOf" srcId="{23301032-D717-4919-9738-6DF5A7DFF461}" destId="{43BCFD4E-2397-498F-945E-E64BEF7BF605}" srcOrd="0" destOrd="0" presId="urn:microsoft.com/office/officeart/2005/8/layout/orgChart1"/>
    <dgm:cxn modelId="{B3AB3A7B-91CD-41E7-A65E-5243B5F4CDDB}" type="presOf" srcId="{3893EFE2-10EE-40FE-B96B-833467F75554}" destId="{BDF5C8DD-BFA9-4B09-ACCF-C531BD6A69F4}" srcOrd="1" destOrd="0" presId="urn:microsoft.com/office/officeart/2005/8/layout/orgChart1"/>
    <dgm:cxn modelId="{0FE2758F-B3D5-41E7-B932-CAC0DDF6AA7D}" type="presOf" srcId="{A3F60C59-6803-48A9-9BBC-4B585CCE1B96}" destId="{81FB4520-EE14-405D-A525-28FBB05B84DA}" srcOrd="0" destOrd="0" presId="urn:microsoft.com/office/officeart/2005/8/layout/orgChart1"/>
    <dgm:cxn modelId="{51708AA2-37A5-48F0-9F51-AA0FEDACFB6B}" type="presOf" srcId="{3ECFD1B8-3DEE-4FDA-B679-AA7A680C5971}" destId="{AFF5B2DC-A2C5-49FD-B06C-ABC03F8A43EA}" srcOrd="0" destOrd="0" presId="urn:microsoft.com/office/officeart/2005/8/layout/orgChart1"/>
    <dgm:cxn modelId="{2B3383AC-95C1-4A94-AF66-6CA52EC6E4FC}" type="presOf" srcId="{0EB48A0E-5D02-4AD7-87F8-4FE2CC1794F1}" destId="{7728CEA4-37CC-413F-87C4-B7DA8F61CEB1}" srcOrd="0" destOrd="0" presId="urn:microsoft.com/office/officeart/2005/8/layout/orgChart1"/>
    <dgm:cxn modelId="{00D501B0-D318-43BA-9C96-DF4445336B4E}" type="presOf" srcId="{3166F151-F73B-4FA8-81C5-0F5B42AE960B}" destId="{9763B1B4-AC2B-4DED-9785-69363FBE55E7}" srcOrd="1" destOrd="0" presId="urn:microsoft.com/office/officeart/2005/8/layout/orgChart1"/>
    <dgm:cxn modelId="{3B2C06C0-BC68-49CF-A906-395A0B4A479B}" type="presOf" srcId="{A3F60C59-6803-48A9-9BBC-4B585CCE1B96}" destId="{5EB76150-E33E-4156-B4CB-CF0283E7F1D1}" srcOrd="1" destOrd="0" presId="urn:microsoft.com/office/officeart/2005/8/layout/orgChart1"/>
    <dgm:cxn modelId="{0D87D6C8-9ECE-4148-959E-46D82F34B11E}" type="presOf" srcId="{828C5CD3-583C-47A7-A82F-14E66BE45458}" destId="{7180D976-2E56-4423-94A1-CE57574BC831}" srcOrd="0" destOrd="0" presId="urn:microsoft.com/office/officeart/2005/8/layout/orgChart1"/>
    <dgm:cxn modelId="{024E38D2-36E1-4B8B-8FB4-3EDA990A9BC7}" type="presOf" srcId="{8B1C1515-D3C8-4CB3-8478-BDA4E5FF2B22}" destId="{E18FE302-C8DC-4C0B-B20E-59FA4E83EB6F}" srcOrd="0" destOrd="0" presId="urn:microsoft.com/office/officeart/2005/8/layout/orgChart1"/>
    <dgm:cxn modelId="{9A9E6DD8-CFFB-4BC7-827E-23CFB220398F}" type="presOf" srcId="{CA01CC34-150B-47C1-AA04-1BEB63CB1BDF}" destId="{AE101E9B-9DAA-48CC-A8B2-5FF399CCEB32}" srcOrd="0" destOrd="0" presId="urn:microsoft.com/office/officeart/2005/8/layout/orgChart1"/>
    <dgm:cxn modelId="{7A1811DA-C6D6-4419-B9B3-93D097F1836B}" srcId="{0EB48A0E-5D02-4AD7-87F8-4FE2CC1794F1}" destId="{67445341-C61B-4CF9-AF30-942B3DA19C4A}" srcOrd="1" destOrd="0" parTransId="{804E9687-95E0-4B4B-A81A-B30639FB6E16}" sibTransId="{4F6B862A-655B-49AF-9823-684771D0FFF3}"/>
    <dgm:cxn modelId="{F1961CDA-67F7-4C8C-B43A-54BE8532EA73}" srcId="{3166F151-F73B-4FA8-81C5-0F5B42AE960B}" destId="{6E053DAD-FD64-4645-9329-22208B57C6E7}" srcOrd="0" destOrd="0" parTransId="{1194D988-2B2E-40C4-B1C3-605822E76931}" sibTransId="{DF2EC3C7-D859-4324-ADA1-2A5AE98C52FD}"/>
    <dgm:cxn modelId="{910947DD-88EA-49F6-B078-DE317BF94F93}" type="presOf" srcId="{0EB48A0E-5D02-4AD7-87F8-4FE2CC1794F1}" destId="{8919384D-D430-4D29-B60D-33748EC0D942}" srcOrd="1" destOrd="0" presId="urn:microsoft.com/office/officeart/2005/8/layout/orgChart1"/>
    <dgm:cxn modelId="{642D84E7-125F-477A-B0EE-474E43108A24}" type="presOf" srcId="{244BF2AF-EB14-4A28-ADAB-188D77262A03}" destId="{21A12D21-29C6-4921-86E9-CEA82D97DBEC}" srcOrd="0" destOrd="0" presId="urn:microsoft.com/office/officeart/2005/8/layout/orgChart1"/>
    <dgm:cxn modelId="{6AB4BFF4-9D38-4B45-88C2-A6C842BCCC3F}" srcId="{67445341-C61B-4CF9-AF30-942B3DA19C4A}" destId="{D8B5F441-304F-491B-86FE-7B414E5ACEF0}" srcOrd="2" destOrd="0" parTransId="{23301032-D717-4919-9738-6DF5A7DFF461}" sibTransId="{94425E9D-5754-47C0-B877-88483B2AC74C}"/>
    <dgm:cxn modelId="{0FE6A64D-EA8B-440E-8D52-759C9F353AB3}" type="presParOf" srcId="{AFF5B2DC-A2C5-49FD-B06C-ABC03F8A43EA}" destId="{7D07AFA0-65F4-46F7-983C-C5088F362DB9}" srcOrd="0" destOrd="0" presId="urn:microsoft.com/office/officeart/2005/8/layout/orgChart1"/>
    <dgm:cxn modelId="{E36609BE-E12F-4E77-86FE-8201E50E2B0B}" type="presParOf" srcId="{7D07AFA0-65F4-46F7-983C-C5088F362DB9}" destId="{AD3B9C5C-7654-4113-810C-0791C9C4B2C8}" srcOrd="0" destOrd="0" presId="urn:microsoft.com/office/officeart/2005/8/layout/orgChart1"/>
    <dgm:cxn modelId="{F4468B45-1A5B-4F28-8DFE-D491088C75D0}" type="presParOf" srcId="{AD3B9C5C-7654-4113-810C-0791C9C4B2C8}" destId="{7728CEA4-37CC-413F-87C4-B7DA8F61CEB1}" srcOrd="0" destOrd="0" presId="urn:microsoft.com/office/officeart/2005/8/layout/orgChart1"/>
    <dgm:cxn modelId="{DEA44F87-3A42-4E77-902B-4AF7AAF5EB35}" type="presParOf" srcId="{AD3B9C5C-7654-4113-810C-0791C9C4B2C8}" destId="{8919384D-D430-4D29-B60D-33748EC0D942}" srcOrd="1" destOrd="0" presId="urn:microsoft.com/office/officeart/2005/8/layout/orgChart1"/>
    <dgm:cxn modelId="{B43C5C5D-AF86-4AE8-84AF-12DB8511995D}" type="presParOf" srcId="{7D07AFA0-65F4-46F7-983C-C5088F362DB9}" destId="{5B2332C1-E846-4029-80AA-56C69C769747}" srcOrd="1" destOrd="0" presId="urn:microsoft.com/office/officeart/2005/8/layout/orgChart1"/>
    <dgm:cxn modelId="{543BEB02-C723-41AA-839E-B9643CB58DB6}" type="presParOf" srcId="{5B2332C1-E846-4029-80AA-56C69C769747}" destId="{DDF4EC9F-46CF-4F8C-9A69-3E0A8B0D7EF8}" srcOrd="0" destOrd="0" presId="urn:microsoft.com/office/officeart/2005/8/layout/orgChart1"/>
    <dgm:cxn modelId="{91E84E46-432E-476F-BBD8-D18BA8F42CD2}" type="presParOf" srcId="{5B2332C1-E846-4029-80AA-56C69C769747}" destId="{F7E8E8B6-CA51-4D91-8D8C-0AAD0246C4F2}" srcOrd="1" destOrd="0" presId="urn:microsoft.com/office/officeart/2005/8/layout/orgChart1"/>
    <dgm:cxn modelId="{4923C953-FF96-4CA8-B95C-6D212E090421}" type="presParOf" srcId="{F7E8E8B6-CA51-4D91-8D8C-0AAD0246C4F2}" destId="{BD832902-823C-4C2F-A011-B34C9D8AAE9D}" srcOrd="0" destOrd="0" presId="urn:microsoft.com/office/officeart/2005/8/layout/orgChart1"/>
    <dgm:cxn modelId="{CE4C4591-D5C7-4DB1-9588-1EF812E4F51C}" type="presParOf" srcId="{BD832902-823C-4C2F-A011-B34C9D8AAE9D}" destId="{FDE2AD37-9649-44D7-9202-4ED11F236F0D}" srcOrd="0" destOrd="0" presId="urn:microsoft.com/office/officeart/2005/8/layout/orgChart1"/>
    <dgm:cxn modelId="{1523150B-229F-4145-AD15-84642D35B9B2}" type="presParOf" srcId="{BD832902-823C-4C2F-A011-B34C9D8AAE9D}" destId="{9763B1B4-AC2B-4DED-9785-69363FBE55E7}" srcOrd="1" destOrd="0" presId="urn:microsoft.com/office/officeart/2005/8/layout/orgChart1"/>
    <dgm:cxn modelId="{BF5E4766-38A5-49CC-8624-1AC769168174}" type="presParOf" srcId="{F7E8E8B6-CA51-4D91-8D8C-0AAD0246C4F2}" destId="{05CA7A33-C7FA-49E7-B2B3-5730FE66BF7A}" srcOrd="1" destOrd="0" presId="urn:microsoft.com/office/officeart/2005/8/layout/orgChart1"/>
    <dgm:cxn modelId="{42E25514-7B16-4CC5-B061-BCF53AA9B96C}" type="presParOf" srcId="{05CA7A33-C7FA-49E7-B2B3-5730FE66BF7A}" destId="{8AAD6143-D451-4029-B987-1A4AE9C15AC6}" srcOrd="0" destOrd="0" presId="urn:microsoft.com/office/officeart/2005/8/layout/orgChart1"/>
    <dgm:cxn modelId="{B2E59084-C7B4-4FE6-BC72-496F48E2CCFE}" type="presParOf" srcId="{05CA7A33-C7FA-49E7-B2B3-5730FE66BF7A}" destId="{172B4392-B22D-41E0-835A-3ADABC5AFE90}" srcOrd="1" destOrd="0" presId="urn:microsoft.com/office/officeart/2005/8/layout/orgChart1"/>
    <dgm:cxn modelId="{6C457C25-8338-4E6C-9392-8A170E4E0B73}" type="presParOf" srcId="{172B4392-B22D-41E0-835A-3ADABC5AFE90}" destId="{2239A118-82AF-4570-9424-BF449228D009}" srcOrd="0" destOrd="0" presId="urn:microsoft.com/office/officeart/2005/8/layout/orgChart1"/>
    <dgm:cxn modelId="{EFB385ED-FDE0-4362-BC59-B4B379FA93B4}" type="presParOf" srcId="{2239A118-82AF-4570-9424-BF449228D009}" destId="{053A4F51-D6DF-4E0F-9FBD-F0EC02925A3E}" srcOrd="0" destOrd="0" presId="urn:microsoft.com/office/officeart/2005/8/layout/orgChart1"/>
    <dgm:cxn modelId="{09730B6B-0FBE-427F-A9CD-A5E1A1D187A6}" type="presParOf" srcId="{2239A118-82AF-4570-9424-BF449228D009}" destId="{CA78F7CD-E709-473C-8281-0EEF0A688776}" srcOrd="1" destOrd="0" presId="urn:microsoft.com/office/officeart/2005/8/layout/orgChart1"/>
    <dgm:cxn modelId="{9C03BFD3-D33A-4B16-BCEF-861FE485935F}" type="presParOf" srcId="{172B4392-B22D-41E0-835A-3ADABC5AFE90}" destId="{3006E407-C83D-4FA9-ABCA-EBEDE2A7240B}" srcOrd="1" destOrd="0" presId="urn:microsoft.com/office/officeart/2005/8/layout/orgChart1"/>
    <dgm:cxn modelId="{ED24C69A-5C28-427B-85EE-3460032B2488}" type="presParOf" srcId="{172B4392-B22D-41E0-835A-3ADABC5AFE90}" destId="{69BA10F5-476B-49DB-8693-5C0D8F1B977E}" srcOrd="2" destOrd="0" presId="urn:microsoft.com/office/officeart/2005/8/layout/orgChart1"/>
    <dgm:cxn modelId="{281A8857-7E07-4F82-90C1-A2446CF8CE71}" type="presParOf" srcId="{05CA7A33-C7FA-49E7-B2B3-5730FE66BF7A}" destId="{7180D976-2E56-4423-94A1-CE57574BC831}" srcOrd="2" destOrd="0" presId="urn:microsoft.com/office/officeart/2005/8/layout/orgChart1"/>
    <dgm:cxn modelId="{FF1A49A8-E1BD-4250-9057-137CCD407D72}" type="presParOf" srcId="{05CA7A33-C7FA-49E7-B2B3-5730FE66BF7A}" destId="{6C2FE74F-2F4E-4C63-A750-E22DDC41E1B7}" srcOrd="3" destOrd="0" presId="urn:microsoft.com/office/officeart/2005/8/layout/orgChart1"/>
    <dgm:cxn modelId="{2D44659C-704A-4ED2-8942-BFE4DE0DFD35}" type="presParOf" srcId="{6C2FE74F-2F4E-4C63-A750-E22DDC41E1B7}" destId="{FD48105D-5757-453A-B97E-75B7BDF67F8C}" srcOrd="0" destOrd="0" presId="urn:microsoft.com/office/officeart/2005/8/layout/orgChart1"/>
    <dgm:cxn modelId="{BE727A8D-F852-4E1F-B2D2-7101B8CD4AFE}" type="presParOf" srcId="{FD48105D-5757-453A-B97E-75B7BDF67F8C}" destId="{5B73023A-9C1A-4343-9397-E086218A228A}" srcOrd="0" destOrd="0" presId="urn:microsoft.com/office/officeart/2005/8/layout/orgChart1"/>
    <dgm:cxn modelId="{D514F223-1722-4D3E-99B2-9464D10BFDC1}" type="presParOf" srcId="{FD48105D-5757-453A-B97E-75B7BDF67F8C}" destId="{DC0F996F-9E90-4A2B-9490-42727168F093}" srcOrd="1" destOrd="0" presId="urn:microsoft.com/office/officeart/2005/8/layout/orgChart1"/>
    <dgm:cxn modelId="{4B5A8D9D-9DE6-4407-A41D-8E3BAD728A72}" type="presParOf" srcId="{6C2FE74F-2F4E-4C63-A750-E22DDC41E1B7}" destId="{C084A177-A3B6-4D0A-AB97-89A53CE3A7DD}" srcOrd="1" destOrd="0" presId="urn:microsoft.com/office/officeart/2005/8/layout/orgChart1"/>
    <dgm:cxn modelId="{A8BEDA13-3DBB-4D32-9D70-008E2D768E39}" type="presParOf" srcId="{6C2FE74F-2F4E-4C63-A750-E22DDC41E1B7}" destId="{3E7F9D8B-BA9F-46EC-B366-F9E0AF5CE7C5}" srcOrd="2" destOrd="0" presId="urn:microsoft.com/office/officeart/2005/8/layout/orgChart1"/>
    <dgm:cxn modelId="{30B75FB3-72B4-4653-8B58-71A3AC94B068}" type="presParOf" srcId="{05CA7A33-C7FA-49E7-B2B3-5730FE66BF7A}" destId="{EFC6E24D-7170-41CA-885D-7A3D86F0056A}" srcOrd="4" destOrd="0" presId="urn:microsoft.com/office/officeart/2005/8/layout/orgChart1"/>
    <dgm:cxn modelId="{4F8D94ED-E912-4E62-A64C-35F4D5077B21}" type="presParOf" srcId="{05CA7A33-C7FA-49E7-B2B3-5730FE66BF7A}" destId="{1B729E6C-1B39-41AB-B938-90A0AF864874}" srcOrd="5" destOrd="0" presId="urn:microsoft.com/office/officeart/2005/8/layout/orgChart1"/>
    <dgm:cxn modelId="{8AC5929B-E41D-4E9B-8E42-44749D21FE31}" type="presParOf" srcId="{1B729E6C-1B39-41AB-B938-90A0AF864874}" destId="{197A96FB-6247-4F2F-9336-8B438315CDBB}" srcOrd="0" destOrd="0" presId="urn:microsoft.com/office/officeart/2005/8/layout/orgChart1"/>
    <dgm:cxn modelId="{BEC06025-F1FE-48C3-A224-B8BAABCBDF17}" type="presParOf" srcId="{197A96FB-6247-4F2F-9336-8B438315CDBB}" destId="{21A12D21-29C6-4921-86E9-CEA82D97DBEC}" srcOrd="0" destOrd="0" presId="urn:microsoft.com/office/officeart/2005/8/layout/orgChart1"/>
    <dgm:cxn modelId="{769FE051-0003-4B8C-A688-B92F02C69326}" type="presParOf" srcId="{197A96FB-6247-4F2F-9336-8B438315CDBB}" destId="{9DD3594E-637C-4C92-9217-7254E774D99F}" srcOrd="1" destOrd="0" presId="urn:microsoft.com/office/officeart/2005/8/layout/orgChart1"/>
    <dgm:cxn modelId="{DEDF9897-FF24-410C-9D8D-16B190FD7683}" type="presParOf" srcId="{1B729E6C-1B39-41AB-B938-90A0AF864874}" destId="{46AB6877-F864-4759-85E9-9911A472937D}" srcOrd="1" destOrd="0" presId="urn:microsoft.com/office/officeart/2005/8/layout/orgChart1"/>
    <dgm:cxn modelId="{79130034-D401-4E6F-86C6-6083F3F3E8CE}" type="presParOf" srcId="{1B729E6C-1B39-41AB-B938-90A0AF864874}" destId="{819A9FEE-85CC-4CEB-BD13-6A4716E1D6D5}" srcOrd="2" destOrd="0" presId="urn:microsoft.com/office/officeart/2005/8/layout/orgChart1"/>
    <dgm:cxn modelId="{6133B1C8-B9CB-486F-953E-926E0F0CA554}" type="presParOf" srcId="{05CA7A33-C7FA-49E7-B2B3-5730FE66BF7A}" destId="{E18FE302-C8DC-4C0B-B20E-59FA4E83EB6F}" srcOrd="6" destOrd="0" presId="urn:microsoft.com/office/officeart/2005/8/layout/orgChart1"/>
    <dgm:cxn modelId="{4000439A-F16E-4E4B-AF13-B1B12E5B71A7}" type="presParOf" srcId="{05CA7A33-C7FA-49E7-B2B3-5730FE66BF7A}" destId="{DAECC0EA-55DD-4DCF-AE3B-9B67DD87F1BE}" srcOrd="7" destOrd="0" presId="urn:microsoft.com/office/officeart/2005/8/layout/orgChart1"/>
    <dgm:cxn modelId="{968A1EC5-DCDF-4C39-9B2A-2EC28A9DCC04}" type="presParOf" srcId="{DAECC0EA-55DD-4DCF-AE3B-9B67DD87F1BE}" destId="{D5AE2120-D2B5-4A16-8B13-B16F81FCB9E0}" srcOrd="0" destOrd="0" presId="urn:microsoft.com/office/officeart/2005/8/layout/orgChart1"/>
    <dgm:cxn modelId="{31E055DD-B4B3-4229-828F-8295B49C56CE}" type="presParOf" srcId="{D5AE2120-D2B5-4A16-8B13-B16F81FCB9E0}" destId="{AB5713C3-4304-431D-926E-25F940B9D9F1}" srcOrd="0" destOrd="0" presId="urn:microsoft.com/office/officeart/2005/8/layout/orgChart1"/>
    <dgm:cxn modelId="{79B34D66-CCE7-47FD-BBF0-4A01A8E39F69}" type="presParOf" srcId="{D5AE2120-D2B5-4A16-8B13-B16F81FCB9E0}" destId="{5F9DF5AE-874F-4988-BCDA-776886C16F5D}" srcOrd="1" destOrd="0" presId="urn:microsoft.com/office/officeart/2005/8/layout/orgChart1"/>
    <dgm:cxn modelId="{62222F35-2C75-42F2-9469-D325EF63E6F5}" type="presParOf" srcId="{DAECC0EA-55DD-4DCF-AE3B-9B67DD87F1BE}" destId="{3D28D506-BC6A-46C5-97D9-8EB3916A790C}" srcOrd="1" destOrd="0" presId="urn:microsoft.com/office/officeart/2005/8/layout/orgChart1"/>
    <dgm:cxn modelId="{0B3471B7-39FB-476D-97E7-4344505CF8CA}" type="presParOf" srcId="{DAECC0EA-55DD-4DCF-AE3B-9B67DD87F1BE}" destId="{22D4B2DA-02A1-4A5E-B096-30BCF593691B}" srcOrd="2" destOrd="0" presId="urn:microsoft.com/office/officeart/2005/8/layout/orgChart1"/>
    <dgm:cxn modelId="{C04CF9E7-4248-494E-AABE-EC29F9F65E96}" type="presParOf" srcId="{F7E8E8B6-CA51-4D91-8D8C-0AAD0246C4F2}" destId="{B3B472AA-431D-48A7-995E-B84189B89999}" srcOrd="2" destOrd="0" presId="urn:microsoft.com/office/officeart/2005/8/layout/orgChart1"/>
    <dgm:cxn modelId="{6553F033-C8A2-4119-B3C8-7626E4C1B2FA}" type="presParOf" srcId="{5B2332C1-E846-4029-80AA-56C69C769747}" destId="{B3B7BFB5-21EB-40A1-B216-F3E786F73418}" srcOrd="2" destOrd="0" presId="urn:microsoft.com/office/officeart/2005/8/layout/orgChart1"/>
    <dgm:cxn modelId="{0D285B5A-530B-4CC3-B5ED-05B2532BF8F3}" type="presParOf" srcId="{5B2332C1-E846-4029-80AA-56C69C769747}" destId="{14088824-E271-4EB1-B4A8-371704203BB6}" srcOrd="3" destOrd="0" presId="urn:microsoft.com/office/officeart/2005/8/layout/orgChart1"/>
    <dgm:cxn modelId="{9DC05418-6AE2-4C6C-A845-33A6CBC1AA4A}" type="presParOf" srcId="{14088824-E271-4EB1-B4A8-371704203BB6}" destId="{A0DB1755-C128-417B-A6B7-545620B2F5BF}" srcOrd="0" destOrd="0" presId="urn:microsoft.com/office/officeart/2005/8/layout/orgChart1"/>
    <dgm:cxn modelId="{62957783-4C05-4C15-BE20-66965F638287}" type="presParOf" srcId="{A0DB1755-C128-417B-A6B7-545620B2F5BF}" destId="{76830143-87E9-4E94-B886-B974CC44F9BC}" srcOrd="0" destOrd="0" presId="urn:microsoft.com/office/officeart/2005/8/layout/orgChart1"/>
    <dgm:cxn modelId="{D276D862-B53B-439D-88DF-9DCB3A0FC39D}" type="presParOf" srcId="{A0DB1755-C128-417B-A6B7-545620B2F5BF}" destId="{445B77A7-4E6F-472A-B23F-A34B87DBB727}" srcOrd="1" destOrd="0" presId="urn:microsoft.com/office/officeart/2005/8/layout/orgChart1"/>
    <dgm:cxn modelId="{064A0A76-371F-4907-A588-CB837AD30EA2}" type="presParOf" srcId="{14088824-E271-4EB1-B4A8-371704203BB6}" destId="{C8E6A3D2-B122-4529-8920-A3CF17F14791}" srcOrd="1" destOrd="0" presId="urn:microsoft.com/office/officeart/2005/8/layout/orgChart1"/>
    <dgm:cxn modelId="{7DCD58CC-BA9D-4285-979C-A94EFB05A508}" type="presParOf" srcId="{C8E6A3D2-B122-4529-8920-A3CF17F14791}" destId="{97010D58-3B61-468D-A521-7FE9B30A5E40}" srcOrd="0" destOrd="0" presId="urn:microsoft.com/office/officeart/2005/8/layout/orgChart1"/>
    <dgm:cxn modelId="{ECA86D66-4DF1-4EF3-AAAC-6EB1CF60D11E}" type="presParOf" srcId="{C8E6A3D2-B122-4529-8920-A3CF17F14791}" destId="{DD9E06A7-199F-4751-BF35-0DC78F7A60BD}" srcOrd="1" destOrd="0" presId="urn:microsoft.com/office/officeart/2005/8/layout/orgChart1"/>
    <dgm:cxn modelId="{45401DA7-07C2-4D63-8F5D-A5CBD20EF6BC}" type="presParOf" srcId="{DD9E06A7-199F-4751-BF35-0DC78F7A60BD}" destId="{AA64E5D9-95C7-43A9-8474-C02537D2D446}" srcOrd="0" destOrd="0" presId="urn:microsoft.com/office/officeart/2005/8/layout/orgChart1"/>
    <dgm:cxn modelId="{E96775D5-D30F-43D4-A21E-14AA96B1CD09}" type="presParOf" srcId="{AA64E5D9-95C7-43A9-8474-C02537D2D446}" destId="{81FB4520-EE14-405D-A525-28FBB05B84DA}" srcOrd="0" destOrd="0" presId="urn:microsoft.com/office/officeart/2005/8/layout/orgChart1"/>
    <dgm:cxn modelId="{42CD417D-2258-4896-B4B5-AF4AE01AC935}" type="presParOf" srcId="{AA64E5D9-95C7-43A9-8474-C02537D2D446}" destId="{5EB76150-E33E-4156-B4CB-CF0283E7F1D1}" srcOrd="1" destOrd="0" presId="urn:microsoft.com/office/officeart/2005/8/layout/orgChart1"/>
    <dgm:cxn modelId="{17FB56EC-A1C1-4497-B5CC-3BC212CB773B}" type="presParOf" srcId="{DD9E06A7-199F-4751-BF35-0DC78F7A60BD}" destId="{2779064E-EF72-4659-8424-93B086A2272C}" srcOrd="1" destOrd="0" presId="urn:microsoft.com/office/officeart/2005/8/layout/orgChart1"/>
    <dgm:cxn modelId="{DAA25B35-BFBE-4D0C-B088-843C47530F2F}" type="presParOf" srcId="{DD9E06A7-199F-4751-BF35-0DC78F7A60BD}" destId="{7234EF2D-BA82-4FF5-9B22-A0A0F49B816E}" srcOrd="2" destOrd="0" presId="urn:microsoft.com/office/officeart/2005/8/layout/orgChart1"/>
    <dgm:cxn modelId="{E7312751-C0CB-4651-AB28-DB9B9E69E59E}" type="presParOf" srcId="{C8E6A3D2-B122-4529-8920-A3CF17F14791}" destId="{AE101E9B-9DAA-48CC-A8B2-5FF399CCEB32}" srcOrd="2" destOrd="0" presId="urn:microsoft.com/office/officeart/2005/8/layout/orgChart1"/>
    <dgm:cxn modelId="{1F613077-5D34-435E-A49C-115F3CF0A752}" type="presParOf" srcId="{C8E6A3D2-B122-4529-8920-A3CF17F14791}" destId="{B9121F05-2842-4035-A995-B357E65409D3}" srcOrd="3" destOrd="0" presId="urn:microsoft.com/office/officeart/2005/8/layout/orgChart1"/>
    <dgm:cxn modelId="{49AD9766-A9E8-43BC-872A-1990A589232F}" type="presParOf" srcId="{B9121F05-2842-4035-A995-B357E65409D3}" destId="{AD506DD8-5689-46DD-9EFE-1343835C98E4}" srcOrd="0" destOrd="0" presId="urn:microsoft.com/office/officeart/2005/8/layout/orgChart1"/>
    <dgm:cxn modelId="{68C8C07C-EAB2-47C3-8C91-F727BBC4A71C}" type="presParOf" srcId="{AD506DD8-5689-46DD-9EFE-1343835C98E4}" destId="{A11F3BE7-6DBB-4101-BDB6-EBEA0DAFA684}" srcOrd="0" destOrd="0" presId="urn:microsoft.com/office/officeart/2005/8/layout/orgChart1"/>
    <dgm:cxn modelId="{3087853A-2DEE-4C5C-9EAE-20CE3FB12F07}" type="presParOf" srcId="{AD506DD8-5689-46DD-9EFE-1343835C98E4}" destId="{BDF5C8DD-BFA9-4B09-ACCF-C531BD6A69F4}" srcOrd="1" destOrd="0" presId="urn:microsoft.com/office/officeart/2005/8/layout/orgChart1"/>
    <dgm:cxn modelId="{CCB3D857-0273-4F4B-9917-65D97FE23714}" type="presParOf" srcId="{B9121F05-2842-4035-A995-B357E65409D3}" destId="{FC78CB60-B94B-4B01-BB77-4E1EB7D2A50D}" srcOrd="1" destOrd="0" presId="urn:microsoft.com/office/officeart/2005/8/layout/orgChart1"/>
    <dgm:cxn modelId="{C5238BE9-E129-41FE-A39F-FC5CADC04258}" type="presParOf" srcId="{B9121F05-2842-4035-A995-B357E65409D3}" destId="{CAA3DFB7-399B-47A2-938C-C85E91411536}" srcOrd="2" destOrd="0" presId="urn:microsoft.com/office/officeart/2005/8/layout/orgChart1"/>
    <dgm:cxn modelId="{59EC6783-2396-4E80-A4CE-39F0EA5BF2C3}" type="presParOf" srcId="{C8E6A3D2-B122-4529-8920-A3CF17F14791}" destId="{43BCFD4E-2397-498F-945E-E64BEF7BF605}" srcOrd="4" destOrd="0" presId="urn:microsoft.com/office/officeart/2005/8/layout/orgChart1"/>
    <dgm:cxn modelId="{3E218C86-8DB5-48B2-A53F-1681C27E785B}" type="presParOf" srcId="{C8E6A3D2-B122-4529-8920-A3CF17F14791}" destId="{7FEDD790-AA7A-4824-973E-7CD2F824721B}" srcOrd="5" destOrd="0" presId="urn:microsoft.com/office/officeart/2005/8/layout/orgChart1"/>
    <dgm:cxn modelId="{F88D9D7E-9FE6-42D0-8BE3-6F2FF51154D0}" type="presParOf" srcId="{7FEDD790-AA7A-4824-973E-7CD2F824721B}" destId="{BEE88D51-6521-417B-B5F4-20B315207527}" srcOrd="0" destOrd="0" presId="urn:microsoft.com/office/officeart/2005/8/layout/orgChart1"/>
    <dgm:cxn modelId="{4EF928B7-BE96-48D3-8F01-42DC9B2A7692}" type="presParOf" srcId="{BEE88D51-6521-417B-B5F4-20B315207527}" destId="{BD392C07-7B25-4A90-A558-0F9F45D23EEB}" srcOrd="0" destOrd="0" presId="urn:microsoft.com/office/officeart/2005/8/layout/orgChart1"/>
    <dgm:cxn modelId="{CC63AFD8-042A-4992-B94E-27322F40928B}" type="presParOf" srcId="{BEE88D51-6521-417B-B5F4-20B315207527}" destId="{8C3395CB-B65E-4E5D-8953-08E90A66F57A}" srcOrd="1" destOrd="0" presId="urn:microsoft.com/office/officeart/2005/8/layout/orgChart1"/>
    <dgm:cxn modelId="{1D7D455A-25C5-4190-B6E5-CC1BBFEB3372}" type="presParOf" srcId="{7FEDD790-AA7A-4824-973E-7CD2F824721B}" destId="{934B5511-12BC-427B-9A49-7CBEA967162F}" srcOrd="1" destOrd="0" presId="urn:microsoft.com/office/officeart/2005/8/layout/orgChart1"/>
    <dgm:cxn modelId="{64F5D6E4-88ED-473F-9A79-BCB6E5F66347}" type="presParOf" srcId="{7FEDD790-AA7A-4824-973E-7CD2F824721B}" destId="{83FA6381-A25C-4B10-89A4-884D21E2AC38}" srcOrd="2" destOrd="0" presId="urn:microsoft.com/office/officeart/2005/8/layout/orgChart1"/>
    <dgm:cxn modelId="{A481E905-3B29-47F2-8DAC-A01AF9BA0965}" type="presParOf" srcId="{14088824-E271-4EB1-B4A8-371704203BB6}" destId="{EB7A59B5-AE52-496A-8126-32C7E526C779}" srcOrd="2" destOrd="0" presId="urn:microsoft.com/office/officeart/2005/8/layout/orgChart1"/>
    <dgm:cxn modelId="{F30DDB85-5D62-4CE3-8D98-4251967E1B16}" type="presParOf" srcId="{7D07AFA0-65F4-46F7-983C-C5088F362DB9}" destId="{69D837C8-B765-44A7-AA23-349ED29C24C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28CDC-887D-4F1F-B4B4-EBD93DDE4F77}">
      <dsp:nvSpPr>
        <dsp:cNvPr id="0" name=""/>
        <dsp:cNvSpPr/>
      </dsp:nvSpPr>
      <dsp:spPr>
        <a:xfrm rot="16200000">
          <a:off x="695345" y="-335923"/>
          <a:ext cx="4451504" cy="5842195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152400" rIns="137160" bIns="15240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Abstract Data Type</a:t>
          </a:r>
          <a:endParaRPr lang="en-US" sz="2400" kern="1200" noProof="0" dirty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i="1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ADT</a:t>
          </a:r>
          <a:r>
            <a:rPr lang="en-US" sz="22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 stores data and allow various operations on the data to access and change it</a:t>
          </a: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 mathematical model, together with various operations defined on the model</a:t>
          </a: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An ADT is a collection of data and associated operations for manipulating that data</a:t>
          </a:r>
        </a:p>
      </dsp:txBody>
      <dsp:txXfrm rot="5400000">
        <a:off x="217344" y="576766"/>
        <a:ext cx="5624851" cy="4016816"/>
      </dsp:txXfrm>
    </dsp:sp>
    <dsp:sp modelId="{DAE9E3ED-7C7E-4EDD-9CA4-CB06DEF0A69B}">
      <dsp:nvSpPr>
        <dsp:cNvPr id="0" name=""/>
        <dsp:cNvSpPr/>
      </dsp:nvSpPr>
      <dsp:spPr>
        <a:xfrm rot="5400000">
          <a:off x="6635055" y="-335923"/>
          <a:ext cx="4451504" cy="5842195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tint val="50000"/>
            <a:hueOff val="772834"/>
            <a:satOff val="32086"/>
            <a:lumOff val="1491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0" rIns="91440" bIns="15240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Structures</a:t>
          </a:r>
          <a:endParaRPr lang="en-US" sz="2400" kern="1200" noProof="0" dirty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Physical implementation of an ADT</a:t>
          </a: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structures used in implementations are provided in a language </a:t>
          </a:r>
          <a:r>
            <a:rPr lang="en-US" sz="2200" i="1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(primitive </a:t>
          </a:r>
          <a:r>
            <a:rPr lang="en-US" sz="22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or</a:t>
          </a:r>
          <a:r>
            <a:rPr lang="en-US" sz="2200" i="1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 built-in)</a:t>
          </a:r>
          <a:r>
            <a:rPr lang="en-US" sz="22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 or are built from the language constructs </a:t>
          </a:r>
          <a:r>
            <a:rPr lang="en-US" sz="2200" i="1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(user-defined)</a:t>
          </a: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Each operation associated with the ADT is implemented by one or more subroutines in the implementation</a:t>
          </a:r>
        </a:p>
      </dsp:txBody>
      <dsp:txXfrm rot="-5400000">
        <a:off x="5939710" y="576766"/>
        <a:ext cx="5624851" cy="4016816"/>
      </dsp:txXfrm>
    </dsp:sp>
    <dsp:sp modelId="{E856A598-6503-422A-9A29-7BCBE4430F70}">
      <dsp:nvSpPr>
        <dsp:cNvPr id="0" name=""/>
        <dsp:cNvSpPr/>
      </dsp:nvSpPr>
      <dsp:spPr>
        <a:xfrm>
          <a:off x="5170953" y="50973"/>
          <a:ext cx="1440008" cy="1440003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A62F3C-9BE9-48B2-8586-7134006C2606}">
      <dsp:nvSpPr>
        <dsp:cNvPr id="0" name=""/>
        <dsp:cNvSpPr/>
      </dsp:nvSpPr>
      <dsp:spPr>
        <a:xfrm rot="10800000">
          <a:off x="5170953" y="3858024"/>
          <a:ext cx="1440008" cy="1440003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CFD4E-2397-498F-945E-E64BEF7BF605}">
      <dsp:nvSpPr>
        <dsp:cNvPr id="0" name=""/>
        <dsp:cNvSpPr/>
      </dsp:nvSpPr>
      <dsp:spPr>
        <a:xfrm>
          <a:off x="8472963" y="1985370"/>
          <a:ext cx="1564719" cy="271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781"/>
              </a:lnTo>
              <a:lnTo>
                <a:pt x="1564719" y="135781"/>
              </a:lnTo>
              <a:lnTo>
                <a:pt x="1564719" y="271562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101E9B-9DAA-48CC-A8B2-5FF399CCEB32}">
      <dsp:nvSpPr>
        <dsp:cNvPr id="0" name=""/>
        <dsp:cNvSpPr/>
      </dsp:nvSpPr>
      <dsp:spPr>
        <a:xfrm>
          <a:off x="8427243" y="1985370"/>
          <a:ext cx="91440" cy="2715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1562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010D58-3B61-468D-A521-7FE9B30A5E40}">
      <dsp:nvSpPr>
        <dsp:cNvPr id="0" name=""/>
        <dsp:cNvSpPr/>
      </dsp:nvSpPr>
      <dsp:spPr>
        <a:xfrm>
          <a:off x="6908244" y="1985370"/>
          <a:ext cx="1564719" cy="271562"/>
        </a:xfrm>
        <a:custGeom>
          <a:avLst/>
          <a:gdLst/>
          <a:ahLst/>
          <a:cxnLst/>
          <a:rect l="0" t="0" r="0" b="0"/>
          <a:pathLst>
            <a:path>
              <a:moveTo>
                <a:pt x="1564719" y="0"/>
              </a:moveTo>
              <a:lnTo>
                <a:pt x="1564719" y="135781"/>
              </a:lnTo>
              <a:lnTo>
                <a:pt x="0" y="135781"/>
              </a:lnTo>
              <a:lnTo>
                <a:pt x="0" y="271562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B7BFB5-21EB-40A1-B216-F3E786F73418}">
      <dsp:nvSpPr>
        <dsp:cNvPr id="0" name=""/>
        <dsp:cNvSpPr/>
      </dsp:nvSpPr>
      <dsp:spPr>
        <a:xfrm>
          <a:off x="5734704" y="949816"/>
          <a:ext cx="2738258" cy="271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781"/>
              </a:lnTo>
              <a:lnTo>
                <a:pt x="2738258" y="135781"/>
              </a:lnTo>
              <a:lnTo>
                <a:pt x="2738258" y="271562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8FE302-C8DC-4C0B-B20E-59FA4E83EB6F}">
      <dsp:nvSpPr>
        <dsp:cNvPr id="0" name=""/>
        <dsp:cNvSpPr/>
      </dsp:nvSpPr>
      <dsp:spPr>
        <a:xfrm>
          <a:off x="2996445" y="1985370"/>
          <a:ext cx="2347079" cy="271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781"/>
              </a:lnTo>
              <a:lnTo>
                <a:pt x="2347079" y="135781"/>
              </a:lnTo>
              <a:lnTo>
                <a:pt x="2347079" y="271562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C6E24D-7170-41CA-885D-7A3D86F0056A}">
      <dsp:nvSpPr>
        <dsp:cNvPr id="0" name=""/>
        <dsp:cNvSpPr/>
      </dsp:nvSpPr>
      <dsp:spPr>
        <a:xfrm>
          <a:off x="2996445" y="1985370"/>
          <a:ext cx="782359" cy="271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781"/>
              </a:lnTo>
              <a:lnTo>
                <a:pt x="782359" y="135781"/>
              </a:lnTo>
              <a:lnTo>
                <a:pt x="782359" y="271562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80D976-2E56-4423-94A1-CE57574BC831}">
      <dsp:nvSpPr>
        <dsp:cNvPr id="0" name=""/>
        <dsp:cNvSpPr/>
      </dsp:nvSpPr>
      <dsp:spPr>
        <a:xfrm>
          <a:off x="2214086" y="1985370"/>
          <a:ext cx="782359" cy="271562"/>
        </a:xfrm>
        <a:custGeom>
          <a:avLst/>
          <a:gdLst/>
          <a:ahLst/>
          <a:cxnLst/>
          <a:rect l="0" t="0" r="0" b="0"/>
          <a:pathLst>
            <a:path>
              <a:moveTo>
                <a:pt x="782359" y="0"/>
              </a:moveTo>
              <a:lnTo>
                <a:pt x="782359" y="135781"/>
              </a:lnTo>
              <a:lnTo>
                <a:pt x="0" y="135781"/>
              </a:lnTo>
              <a:lnTo>
                <a:pt x="0" y="271562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AD6143-D451-4029-B987-1A4AE9C15AC6}">
      <dsp:nvSpPr>
        <dsp:cNvPr id="0" name=""/>
        <dsp:cNvSpPr/>
      </dsp:nvSpPr>
      <dsp:spPr>
        <a:xfrm>
          <a:off x="649366" y="1985370"/>
          <a:ext cx="2347079" cy="271562"/>
        </a:xfrm>
        <a:custGeom>
          <a:avLst/>
          <a:gdLst/>
          <a:ahLst/>
          <a:cxnLst/>
          <a:rect l="0" t="0" r="0" b="0"/>
          <a:pathLst>
            <a:path>
              <a:moveTo>
                <a:pt x="2347079" y="0"/>
              </a:moveTo>
              <a:lnTo>
                <a:pt x="2347079" y="135781"/>
              </a:lnTo>
              <a:lnTo>
                <a:pt x="0" y="135781"/>
              </a:lnTo>
              <a:lnTo>
                <a:pt x="0" y="271562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F4EC9F-46CF-4F8C-9A69-3E0A8B0D7EF8}">
      <dsp:nvSpPr>
        <dsp:cNvPr id="0" name=""/>
        <dsp:cNvSpPr/>
      </dsp:nvSpPr>
      <dsp:spPr>
        <a:xfrm>
          <a:off x="2996445" y="949816"/>
          <a:ext cx="2738258" cy="271562"/>
        </a:xfrm>
        <a:custGeom>
          <a:avLst/>
          <a:gdLst/>
          <a:ahLst/>
          <a:cxnLst/>
          <a:rect l="0" t="0" r="0" b="0"/>
          <a:pathLst>
            <a:path>
              <a:moveTo>
                <a:pt x="2738258" y="0"/>
              </a:moveTo>
              <a:lnTo>
                <a:pt x="2738258" y="135781"/>
              </a:lnTo>
              <a:lnTo>
                <a:pt x="0" y="135781"/>
              </a:lnTo>
              <a:lnTo>
                <a:pt x="0" y="271562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28CEA4-37CC-413F-87C4-B7DA8F61CEB1}">
      <dsp:nvSpPr>
        <dsp:cNvPr id="0" name=""/>
        <dsp:cNvSpPr/>
      </dsp:nvSpPr>
      <dsp:spPr>
        <a:xfrm>
          <a:off x="4489065" y="185826"/>
          <a:ext cx="2491278" cy="763990"/>
        </a:xfrm>
        <a:prstGeom prst="rect">
          <a:avLst/>
        </a:prstGeom>
        <a:solidFill>
          <a:schemeClr val="accent2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Basic </a:t>
          </a:r>
          <a:b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Structures</a:t>
          </a:r>
        </a:p>
      </dsp:txBody>
      <dsp:txXfrm>
        <a:off x="4489065" y="185826"/>
        <a:ext cx="2491278" cy="763990"/>
      </dsp:txXfrm>
    </dsp:sp>
    <dsp:sp modelId="{FDE2AD37-9649-44D7-9202-4ED11F236F0D}">
      <dsp:nvSpPr>
        <dsp:cNvPr id="0" name=""/>
        <dsp:cNvSpPr/>
      </dsp:nvSpPr>
      <dsp:spPr>
        <a:xfrm>
          <a:off x="1750806" y="1221379"/>
          <a:ext cx="2491278" cy="76399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Linear </a:t>
          </a:r>
          <a:b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Structures</a:t>
          </a:r>
        </a:p>
      </dsp:txBody>
      <dsp:txXfrm>
        <a:off x="1750806" y="1221379"/>
        <a:ext cx="2491278" cy="763990"/>
      </dsp:txXfrm>
    </dsp:sp>
    <dsp:sp modelId="{053A4F51-D6DF-4E0F-9FBD-F0EC02925A3E}">
      <dsp:nvSpPr>
        <dsp:cNvPr id="0" name=""/>
        <dsp:cNvSpPr/>
      </dsp:nvSpPr>
      <dsp:spPr>
        <a:xfrm>
          <a:off x="2788" y="2256933"/>
          <a:ext cx="1293156" cy="7639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Arrays</a:t>
          </a:r>
        </a:p>
      </dsp:txBody>
      <dsp:txXfrm>
        <a:off x="2788" y="2256933"/>
        <a:ext cx="1293156" cy="763990"/>
      </dsp:txXfrm>
    </dsp:sp>
    <dsp:sp modelId="{5B73023A-9C1A-4343-9397-E086218A228A}">
      <dsp:nvSpPr>
        <dsp:cNvPr id="0" name=""/>
        <dsp:cNvSpPr/>
      </dsp:nvSpPr>
      <dsp:spPr>
        <a:xfrm>
          <a:off x="1567507" y="2256933"/>
          <a:ext cx="1293156" cy="7639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Linked Lists</a:t>
          </a:r>
        </a:p>
      </dsp:txBody>
      <dsp:txXfrm>
        <a:off x="1567507" y="2256933"/>
        <a:ext cx="1293156" cy="763990"/>
      </dsp:txXfrm>
    </dsp:sp>
    <dsp:sp modelId="{21A12D21-29C6-4921-86E9-CEA82D97DBEC}">
      <dsp:nvSpPr>
        <dsp:cNvPr id="0" name=""/>
        <dsp:cNvSpPr/>
      </dsp:nvSpPr>
      <dsp:spPr>
        <a:xfrm>
          <a:off x="3132227" y="2256933"/>
          <a:ext cx="1293156" cy="7639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Stacks</a:t>
          </a:r>
        </a:p>
      </dsp:txBody>
      <dsp:txXfrm>
        <a:off x="3132227" y="2256933"/>
        <a:ext cx="1293156" cy="763990"/>
      </dsp:txXfrm>
    </dsp:sp>
    <dsp:sp modelId="{AB5713C3-4304-431D-926E-25F940B9D9F1}">
      <dsp:nvSpPr>
        <dsp:cNvPr id="0" name=""/>
        <dsp:cNvSpPr/>
      </dsp:nvSpPr>
      <dsp:spPr>
        <a:xfrm>
          <a:off x="4696946" y="2256933"/>
          <a:ext cx="1293156" cy="7639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Queues</a:t>
          </a:r>
        </a:p>
      </dsp:txBody>
      <dsp:txXfrm>
        <a:off x="4696946" y="2256933"/>
        <a:ext cx="1293156" cy="763990"/>
      </dsp:txXfrm>
    </dsp:sp>
    <dsp:sp modelId="{76830143-87E9-4E94-B886-B974CC44F9BC}">
      <dsp:nvSpPr>
        <dsp:cNvPr id="0" name=""/>
        <dsp:cNvSpPr/>
      </dsp:nvSpPr>
      <dsp:spPr>
        <a:xfrm>
          <a:off x="7227324" y="1221379"/>
          <a:ext cx="2491278" cy="76399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Non-Linear </a:t>
          </a:r>
          <a:b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Structures</a:t>
          </a:r>
        </a:p>
      </dsp:txBody>
      <dsp:txXfrm>
        <a:off x="7227324" y="1221379"/>
        <a:ext cx="2491278" cy="763990"/>
      </dsp:txXfrm>
    </dsp:sp>
    <dsp:sp modelId="{81FB4520-EE14-405D-A525-28FBB05B84DA}">
      <dsp:nvSpPr>
        <dsp:cNvPr id="0" name=""/>
        <dsp:cNvSpPr/>
      </dsp:nvSpPr>
      <dsp:spPr>
        <a:xfrm>
          <a:off x="6261666" y="2256933"/>
          <a:ext cx="1293156" cy="7639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Trees</a:t>
          </a:r>
        </a:p>
      </dsp:txBody>
      <dsp:txXfrm>
        <a:off x="6261666" y="2256933"/>
        <a:ext cx="1293156" cy="763990"/>
      </dsp:txXfrm>
    </dsp:sp>
    <dsp:sp modelId="{A11F3BE7-6DBB-4101-BDB6-EBEA0DAFA684}">
      <dsp:nvSpPr>
        <dsp:cNvPr id="0" name=""/>
        <dsp:cNvSpPr/>
      </dsp:nvSpPr>
      <dsp:spPr>
        <a:xfrm>
          <a:off x="7826385" y="2256933"/>
          <a:ext cx="1293156" cy="7639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Graphs</a:t>
          </a:r>
        </a:p>
      </dsp:txBody>
      <dsp:txXfrm>
        <a:off x="7826385" y="2256933"/>
        <a:ext cx="1293156" cy="763990"/>
      </dsp:txXfrm>
    </dsp:sp>
    <dsp:sp modelId="{BD392C07-7B25-4A90-A558-0F9F45D23EEB}">
      <dsp:nvSpPr>
        <dsp:cNvPr id="0" name=""/>
        <dsp:cNvSpPr/>
      </dsp:nvSpPr>
      <dsp:spPr>
        <a:xfrm>
          <a:off x="9391104" y="2256933"/>
          <a:ext cx="1293156" cy="7639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Hash Tables</a:t>
          </a:r>
        </a:p>
      </dsp:txBody>
      <dsp:txXfrm>
        <a:off x="9391104" y="2256933"/>
        <a:ext cx="1293156" cy="763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124A2-D520-4413-AF58-8D5914DA4956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1D4AB-B64B-491F-85CA-6324D8284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9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89CC0-C37C-4CF4-B102-E53558A918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63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89CC0-C37C-4CF4-B102-E53558A918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96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F0A1-1743-4BE3-AD0A-C9CF7D421C45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73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D917-6AF3-4E66-ACCD-B4B2F739BB80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43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D5972-F38B-47EA-B6ED-6AEAFABCC82D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60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0B7D7-D431-4390-B1DB-56E3FE3EBADF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6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6226-7414-431E-8E85-2473EBAFE77D}" type="datetime1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47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401A0-BE8D-4C3E-8944-46CAE21E4466}" type="datetime1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57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CDF8F-4EC1-44C1-90EC-ADDF633D55D0}" type="datetime1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32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092F-8B84-4E24-B993-E9B7449F7D6C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09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ACB74-2547-457C-95D3-206675156409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4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46A2-A609-4DE2-8F61-0E9841CC8382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9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54A6-5422-4FCB-97DF-F71BF25A0F08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6379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655E8-0C28-4E77-9F87-44FA1B0551B9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58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C3E16-471E-4127-BD24-3A88E7C28C10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5045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2387-E26D-48AE-AA78-CEB5659BE646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620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8D33-E4F8-4C4D-AF8B-CADC8F6503B6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00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CA08-FFC3-4DED-9D1E-7830EDEB6C2F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66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rot="5400000">
            <a:off x="-2062773" y="3248999"/>
            <a:ext cx="6120000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73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E5E8F-72EC-436E-93EC-2EDA1241440B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3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691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noProof="0" dirty="0"/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85C4-B977-4429-87D6-E045F5388D1E}" type="slidenum">
              <a:rPr lang="en-US" noProof="0">
                <a:latin typeface="Calibri" panose="020F0502020204030204"/>
              </a:rPr>
              <a:pPr/>
              <a:t>1</a:t>
            </a:fld>
            <a:endParaRPr lang="en-US" noProof="0" dirty="0">
              <a:latin typeface="Calibri" panose="020F0502020204030204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46960" y="357166"/>
            <a:ext cx="7133416" cy="911594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cap="small" noProof="0" dirty="0">
                <a:latin typeface="Calibri Light" panose="020F0302020204030204"/>
              </a:rPr>
              <a:t>Data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General Rules &amp;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188" indent="-230188">
              <a:lnSpc>
                <a:spcPct val="100000"/>
              </a:lnSpc>
              <a:spcBef>
                <a:spcPts val="0"/>
              </a:spcBef>
            </a:pPr>
            <a:r>
              <a:rPr lang="en-US" sz="2400" cap="none" noProof="0" dirty="0"/>
              <a:t>No Late Arrivals.</a:t>
            </a:r>
          </a:p>
          <a:p>
            <a:pPr marL="230188" indent="-230188">
              <a:lnSpc>
                <a:spcPct val="100000"/>
              </a:lnSpc>
              <a:spcBef>
                <a:spcPts val="0"/>
              </a:spcBef>
            </a:pPr>
            <a:r>
              <a:rPr lang="en-US" sz="2400" cap="none" noProof="0" dirty="0"/>
              <a:t>No Disturbance In Class</a:t>
            </a:r>
          </a:p>
          <a:p>
            <a:pPr marL="230188" indent="-230188">
              <a:lnSpc>
                <a:spcPct val="100000"/>
              </a:lnSpc>
              <a:spcBef>
                <a:spcPts val="0"/>
              </a:spcBef>
            </a:pPr>
            <a:r>
              <a:rPr lang="en-US" sz="2400" cap="none" noProof="0" dirty="0"/>
              <a:t>No Use Of Mobile Phones(keep Them Silent And In Your Pockets)</a:t>
            </a:r>
          </a:p>
          <a:p>
            <a:pPr marL="230188" indent="-230188">
              <a:lnSpc>
                <a:spcPct val="100000"/>
              </a:lnSpc>
              <a:spcBef>
                <a:spcPts val="0"/>
              </a:spcBef>
            </a:pPr>
            <a:r>
              <a:rPr lang="en-US" sz="2400" cap="none" noProof="0" dirty="0"/>
              <a:t>No Retake Of Quizzes/Assignments</a:t>
            </a:r>
          </a:p>
          <a:p>
            <a:pPr marL="230188" indent="-230188">
              <a:lnSpc>
                <a:spcPct val="100000"/>
              </a:lnSpc>
              <a:spcBef>
                <a:spcPts val="0"/>
              </a:spcBef>
            </a:pPr>
            <a:r>
              <a:rPr lang="en-US" sz="2400" cap="none" noProof="0" dirty="0"/>
              <a:t>No Late Submissions</a:t>
            </a:r>
          </a:p>
          <a:p>
            <a:pPr marL="230188" indent="-230188">
              <a:lnSpc>
                <a:spcPct val="100000"/>
              </a:lnSpc>
              <a:spcBef>
                <a:spcPts val="0"/>
              </a:spcBef>
            </a:pPr>
            <a:r>
              <a:rPr lang="en-US" sz="2400" cap="none" noProof="0" dirty="0"/>
              <a:t>Student Is Responsible For His / Her Short Attendance.</a:t>
            </a:r>
          </a:p>
          <a:p>
            <a:pPr marL="205740" lvl="1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noProof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noProof="0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AD2867-3FB9-4AA5-AE43-BF3599FB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85C4-B977-4429-87D6-E045F5388D1E}" type="slidenum">
              <a:rPr lang="en-US" noProof="0">
                <a:latin typeface="Calibri" panose="020F0502020204030204"/>
              </a:rPr>
              <a:pPr/>
              <a:t>2</a:t>
            </a:fld>
            <a:endParaRPr lang="en-US" noProof="0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542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F705-5C7B-4B7F-A1D7-8BC168A8C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Dishonesty and Plagiarism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91536-E558-CC49-3218-47BCA7F55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>
                <a:solidFill>
                  <a:schemeClr val="tx1"/>
                </a:solidFill>
              </a:rPr>
              <a:t>Any kind of cheating will be considered serious offense</a:t>
            </a:r>
          </a:p>
          <a:p>
            <a:pPr fontAlgn="base"/>
            <a:endParaRPr lang="en-US" dirty="0">
              <a:solidFill>
                <a:schemeClr val="tx1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All parties involve in cheating will get </a:t>
            </a:r>
            <a:r>
              <a:rPr lang="en-US" b="1" dirty="0">
                <a:solidFill>
                  <a:srgbClr val="FF0000"/>
                </a:solidFill>
              </a:rPr>
              <a:t>ZERO</a:t>
            </a:r>
            <a:r>
              <a:rPr lang="en-US" dirty="0">
                <a:solidFill>
                  <a:schemeClr val="tx1"/>
                </a:solidFill>
              </a:rPr>
              <a:t> Score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Exams, quizzes, assignments, projects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Single assignment plagiarism case= zero in assignment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Multiple assignments plagiarism cases= complete assignment category zero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Usage of any AI tool/ plagiarism threshold =</a:t>
            </a:r>
            <a:r>
              <a:rPr lang="en-US" b="1" dirty="0">
                <a:solidFill>
                  <a:srgbClr val="FF0000"/>
                </a:solidFill>
              </a:rPr>
              <a:t>20% (nonnegotiable)</a:t>
            </a:r>
          </a:p>
          <a:p>
            <a:pPr fontAlgn="base"/>
            <a:endParaRPr lang="en-US" dirty="0">
              <a:solidFill>
                <a:schemeClr val="tx1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Habitual cases will be awarded “F”</a:t>
            </a:r>
          </a:p>
          <a:p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4072-800B-1110-E3E4-55A40B1B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09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Course Information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97279" y="1836209"/>
            <a:ext cx="10058401" cy="4023360"/>
          </a:xfrm>
        </p:spPr>
        <p:txBody>
          <a:bodyPr>
            <a:normAutofit/>
          </a:bodyPr>
          <a:lstStyle/>
          <a:p>
            <a:r>
              <a:rPr lang="en-US" sz="2000" noProof="0" dirty="0">
                <a:solidFill>
                  <a:srgbClr val="C00000"/>
                </a:solidFill>
              </a:rPr>
              <a:t>Pre-requisite </a:t>
            </a:r>
          </a:p>
          <a:p>
            <a:pPr lvl="1"/>
            <a:r>
              <a:rPr lang="en-US" sz="1800" cap="none" noProof="0" dirty="0">
                <a:solidFill>
                  <a:schemeClr val="tx1"/>
                </a:solidFill>
              </a:rPr>
              <a:t>Programming Fundamentals/</a:t>
            </a:r>
            <a:r>
              <a:rPr lang="en-US" sz="1800" cap="none" noProof="0" dirty="0">
                <a:solidFill>
                  <a:srgbClr val="C00000"/>
                </a:solidFill>
              </a:rPr>
              <a:t>Object Oriented Programming</a:t>
            </a:r>
            <a:endParaRPr lang="en-US" sz="1800" noProof="0" dirty="0"/>
          </a:p>
          <a:p>
            <a:r>
              <a:rPr lang="en-US" sz="2000" noProof="0" dirty="0">
                <a:solidFill>
                  <a:srgbClr val="C00000"/>
                </a:solidFill>
              </a:rPr>
              <a:t>Course meeting times</a:t>
            </a:r>
          </a:p>
          <a:p>
            <a:pPr lvl="1"/>
            <a:r>
              <a:rPr lang="en-US" sz="1800" cap="none" noProof="0" dirty="0">
                <a:solidFill>
                  <a:schemeClr val="tx1"/>
                </a:solidFill>
              </a:rPr>
              <a:t>Lectures: 2 Sessions/Week</a:t>
            </a:r>
          </a:p>
          <a:p>
            <a:r>
              <a:rPr lang="en-US" sz="2000" noProof="0" dirty="0">
                <a:solidFill>
                  <a:srgbClr val="C00000"/>
                </a:solidFill>
              </a:rPr>
              <a:t>Course Resource</a:t>
            </a:r>
          </a:p>
          <a:p>
            <a:pPr lvl="1"/>
            <a:r>
              <a:rPr lang="en-US" sz="1800" cap="none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Google Classroom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– you will receive an invite</a:t>
            </a:r>
            <a:endParaRPr lang="en-US" sz="1800" cap="none" noProof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85C4-B977-4429-87D6-E045F5388D1E}" type="slidenum">
              <a:rPr lang="en-US" noProof="0">
                <a:latin typeface="Calibri" panose="020F0502020204030204"/>
              </a:rPr>
              <a:pPr/>
              <a:t>4</a:t>
            </a:fld>
            <a:endParaRPr lang="en-US" noProof="0" dirty="0">
              <a:latin typeface="Calibri" panose="020F0502020204030204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3F15F29-0306-4CDE-A29D-58ED69C0E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28650" y="-504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2mazwzk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6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2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3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9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22589B50-D615-4630-B6F7-29E99FF2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87A83DF-4E7A-4A81-867E-10E29C4BD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2" y="0"/>
            <a:ext cx="6111243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279" y="967417"/>
            <a:ext cx="528046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noProof="0" dirty="0">
                <a:solidFill>
                  <a:srgbClr val="FEFFFF"/>
                </a:solidFill>
              </a:rPr>
              <a:t>Grading policy: Absolute</a:t>
            </a:r>
          </a:p>
        </p:txBody>
      </p:sp>
      <p:sp>
        <p:nvSpPr>
          <p:cNvPr id="102" name="Freeform 27">
            <a:extLst>
              <a:ext uri="{FF2B5EF4-FFF2-40B4-BE49-F238E27FC236}">
                <a16:creationId xmlns:a16="http://schemas.microsoft.com/office/drawing/2014/main" id="{435515D7-4CE9-4558-BA93-E245EFB64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6881206" cy="857047"/>
          </a:xfrm>
          <a:custGeom>
            <a:avLst/>
            <a:gdLst>
              <a:gd name="connsiteX0" fmla="*/ 0 w 6881206"/>
              <a:gd name="connsiteY0" fmla="*/ 0 h 857047"/>
              <a:gd name="connsiteX1" fmla="*/ 653445 w 6881206"/>
              <a:gd name="connsiteY1" fmla="*/ 0 h 857047"/>
              <a:gd name="connsiteX2" fmla="*/ 1156123 w 6881206"/>
              <a:gd name="connsiteY2" fmla="*/ 0 h 857047"/>
              <a:gd name="connsiteX3" fmla="*/ 1380221 w 6881206"/>
              <a:gd name="connsiteY3" fmla="*/ 0 h 857047"/>
              <a:gd name="connsiteX4" fmla="*/ 1444324 w 6881206"/>
              <a:gd name="connsiteY4" fmla="*/ 0 h 857047"/>
              <a:gd name="connsiteX5" fmla="*/ 1522072 w 6881206"/>
              <a:gd name="connsiteY5" fmla="*/ 0 h 857047"/>
              <a:gd name="connsiteX6" fmla="*/ 1596570 w 6881206"/>
              <a:gd name="connsiteY6" fmla="*/ 0 h 857047"/>
              <a:gd name="connsiteX7" fmla="*/ 1893047 w 6881206"/>
              <a:gd name="connsiteY7" fmla="*/ 0 h 857047"/>
              <a:gd name="connsiteX8" fmla="*/ 1978260 w 6881206"/>
              <a:gd name="connsiteY8" fmla="*/ 0 h 857047"/>
              <a:gd name="connsiteX9" fmla="*/ 2032793 w 6881206"/>
              <a:gd name="connsiteY9" fmla="*/ 0 h 857047"/>
              <a:gd name="connsiteX10" fmla="*/ 2095032 w 6881206"/>
              <a:gd name="connsiteY10" fmla="*/ 0 h 857047"/>
              <a:gd name="connsiteX11" fmla="*/ 2574748 w 6881206"/>
              <a:gd name="connsiteY11" fmla="*/ 0 h 857047"/>
              <a:gd name="connsiteX12" fmla="*/ 2712413 w 6881206"/>
              <a:gd name="connsiteY12" fmla="*/ 0 h 857047"/>
              <a:gd name="connsiteX13" fmla="*/ 2724164 w 6881206"/>
              <a:gd name="connsiteY13" fmla="*/ 0 h 857047"/>
              <a:gd name="connsiteX14" fmla="*/ 2806423 w 6881206"/>
              <a:gd name="connsiteY14" fmla="*/ 0 h 857047"/>
              <a:gd name="connsiteX15" fmla="*/ 2975563 w 6881206"/>
              <a:gd name="connsiteY15" fmla="*/ 0 h 857047"/>
              <a:gd name="connsiteX16" fmla="*/ 3029696 w 6881206"/>
              <a:gd name="connsiteY16" fmla="*/ 0 h 857047"/>
              <a:gd name="connsiteX17" fmla="*/ 3216247 w 6881206"/>
              <a:gd name="connsiteY17" fmla="*/ 0 h 857047"/>
              <a:gd name="connsiteX18" fmla="*/ 3464491 w 6881206"/>
              <a:gd name="connsiteY18" fmla="*/ 0 h 857047"/>
              <a:gd name="connsiteX19" fmla="*/ 3476820 w 6881206"/>
              <a:gd name="connsiteY19" fmla="*/ 0 h 857047"/>
              <a:gd name="connsiteX20" fmla="*/ 3508932 w 6881206"/>
              <a:gd name="connsiteY20" fmla="*/ 0 h 857047"/>
              <a:gd name="connsiteX21" fmla="*/ 3518154 w 6881206"/>
              <a:gd name="connsiteY21" fmla="*/ 0 h 857047"/>
              <a:gd name="connsiteX22" fmla="*/ 3563124 w 6881206"/>
              <a:gd name="connsiteY22" fmla="*/ 0 h 857047"/>
              <a:gd name="connsiteX23" fmla="*/ 3568615 w 6881206"/>
              <a:gd name="connsiteY23" fmla="*/ 0 h 857047"/>
              <a:gd name="connsiteX24" fmla="*/ 3582711 w 6881206"/>
              <a:gd name="connsiteY24" fmla="*/ 0 h 857047"/>
              <a:gd name="connsiteX25" fmla="*/ 3607047 w 6881206"/>
              <a:gd name="connsiteY25" fmla="*/ 0 h 857047"/>
              <a:gd name="connsiteX26" fmla="*/ 3711363 w 6881206"/>
              <a:gd name="connsiteY26" fmla="*/ 0 h 857047"/>
              <a:gd name="connsiteX27" fmla="*/ 3757936 w 6881206"/>
              <a:gd name="connsiteY27" fmla="*/ 0 h 857047"/>
              <a:gd name="connsiteX28" fmla="*/ 3914505 w 6881206"/>
              <a:gd name="connsiteY28" fmla="*/ 0 h 857047"/>
              <a:gd name="connsiteX29" fmla="*/ 4099165 w 6881206"/>
              <a:gd name="connsiteY29" fmla="*/ 0 h 857047"/>
              <a:gd name="connsiteX30" fmla="*/ 4176573 w 6881206"/>
              <a:gd name="connsiteY30" fmla="*/ 0 h 857047"/>
              <a:gd name="connsiteX31" fmla="*/ 4211043 w 6881206"/>
              <a:gd name="connsiteY31" fmla="*/ 0 h 857047"/>
              <a:gd name="connsiteX32" fmla="*/ 4249415 w 6881206"/>
              <a:gd name="connsiteY32" fmla="*/ 0 h 857047"/>
              <a:gd name="connsiteX33" fmla="*/ 4292911 w 6881206"/>
              <a:gd name="connsiteY33" fmla="*/ 0 h 857047"/>
              <a:gd name="connsiteX34" fmla="*/ 4715176 w 6881206"/>
              <a:gd name="connsiteY34" fmla="*/ 0 h 857047"/>
              <a:gd name="connsiteX35" fmla="*/ 4749035 w 6881206"/>
              <a:gd name="connsiteY35" fmla="*/ 0 h 857047"/>
              <a:gd name="connsiteX36" fmla="*/ 5107279 w 6881206"/>
              <a:gd name="connsiteY36" fmla="*/ 0 h 857047"/>
              <a:gd name="connsiteX37" fmla="*/ 5446306 w 6881206"/>
              <a:gd name="connsiteY37" fmla="*/ 0 h 857047"/>
              <a:gd name="connsiteX38" fmla="*/ 5654500 w 6881206"/>
              <a:gd name="connsiteY38" fmla="*/ 0 h 857047"/>
              <a:gd name="connsiteX39" fmla="*/ 5879355 w 6881206"/>
              <a:gd name="connsiteY39" fmla="*/ 0 h 857047"/>
              <a:gd name="connsiteX40" fmla="*/ 6374171 w 6881206"/>
              <a:gd name="connsiteY40" fmla="*/ 0 h 857047"/>
              <a:gd name="connsiteX41" fmla="*/ 6382691 w 6881206"/>
              <a:gd name="connsiteY41" fmla="*/ 0 h 857047"/>
              <a:gd name="connsiteX42" fmla="*/ 6406881 w 6881206"/>
              <a:gd name="connsiteY42" fmla="*/ 10516 h 857047"/>
              <a:gd name="connsiteX43" fmla="*/ 6411719 w 6881206"/>
              <a:gd name="connsiteY43" fmla="*/ 15774 h 857047"/>
              <a:gd name="connsiteX44" fmla="*/ 6412418 w 6881206"/>
              <a:gd name="connsiteY44" fmla="*/ 16534 h 857047"/>
              <a:gd name="connsiteX45" fmla="*/ 6413765 w 6881206"/>
              <a:gd name="connsiteY45" fmla="*/ 17998 h 857047"/>
              <a:gd name="connsiteX46" fmla="*/ 6418286 w 6881206"/>
              <a:gd name="connsiteY46" fmla="*/ 21854 h 857047"/>
              <a:gd name="connsiteX47" fmla="*/ 6867337 w 6881206"/>
              <a:gd name="connsiteY47" fmla="*/ 404863 h 857047"/>
              <a:gd name="connsiteX48" fmla="*/ 6867337 w 6881206"/>
              <a:gd name="connsiteY48" fmla="*/ 452185 h 857047"/>
              <a:gd name="connsiteX49" fmla="*/ 6491457 w 6881206"/>
              <a:gd name="connsiteY49" fmla="*/ 772784 h 857047"/>
              <a:gd name="connsiteX50" fmla="*/ 6413765 w 6881206"/>
              <a:gd name="connsiteY50" fmla="*/ 839050 h 857047"/>
              <a:gd name="connsiteX51" fmla="*/ 6411719 w 6881206"/>
              <a:gd name="connsiteY51" fmla="*/ 841273 h 857047"/>
              <a:gd name="connsiteX52" fmla="*/ 6406881 w 6881206"/>
              <a:gd name="connsiteY52" fmla="*/ 846531 h 857047"/>
              <a:gd name="connsiteX53" fmla="*/ 6382691 w 6881206"/>
              <a:gd name="connsiteY53" fmla="*/ 857047 h 857047"/>
              <a:gd name="connsiteX54" fmla="*/ 6374171 w 6881206"/>
              <a:gd name="connsiteY54" fmla="*/ 857047 h 857047"/>
              <a:gd name="connsiteX55" fmla="*/ 6368680 w 6881206"/>
              <a:gd name="connsiteY55" fmla="*/ 857047 h 857047"/>
              <a:gd name="connsiteX56" fmla="*/ 6348221 w 6881206"/>
              <a:gd name="connsiteY56" fmla="*/ 857047 h 857047"/>
              <a:gd name="connsiteX57" fmla="*/ 6330248 w 6881206"/>
              <a:gd name="connsiteY57" fmla="*/ 857047 h 857047"/>
              <a:gd name="connsiteX58" fmla="*/ 6266353 w 6881206"/>
              <a:gd name="connsiteY58" fmla="*/ 857047 h 857047"/>
              <a:gd name="connsiteX59" fmla="*/ 6225932 w 6881206"/>
              <a:gd name="connsiteY59" fmla="*/ 857047 h 857047"/>
              <a:gd name="connsiteX60" fmla="*/ 6106926 w 6881206"/>
              <a:gd name="connsiteY60" fmla="*/ 857047 h 857047"/>
              <a:gd name="connsiteX61" fmla="*/ 6022790 w 6881206"/>
              <a:gd name="connsiteY61" fmla="*/ 857047 h 857047"/>
              <a:gd name="connsiteX62" fmla="*/ 5844088 w 6881206"/>
              <a:gd name="connsiteY62" fmla="*/ 857047 h 857047"/>
              <a:gd name="connsiteX63" fmla="*/ 5687880 w 6881206"/>
              <a:gd name="connsiteY63" fmla="*/ 857047 h 857047"/>
              <a:gd name="connsiteX64" fmla="*/ 5451985 w 6881206"/>
              <a:gd name="connsiteY64" fmla="*/ 857047 h 857047"/>
              <a:gd name="connsiteX65" fmla="*/ 5188261 w 6881206"/>
              <a:gd name="connsiteY65" fmla="*/ 857047 h 857047"/>
              <a:gd name="connsiteX66" fmla="*/ 4904764 w 6881206"/>
              <a:gd name="connsiteY66" fmla="*/ 857047 h 857047"/>
              <a:gd name="connsiteX67" fmla="*/ 4490989 w 6881206"/>
              <a:gd name="connsiteY67" fmla="*/ 857047 h 857047"/>
              <a:gd name="connsiteX68" fmla="*/ 4176573 w 6881206"/>
              <a:gd name="connsiteY68" fmla="*/ 857047 h 857047"/>
              <a:gd name="connsiteX69" fmla="*/ 4099165 w 6881206"/>
              <a:gd name="connsiteY69" fmla="*/ 857047 h 857047"/>
              <a:gd name="connsiteX70" fmla="*/ 4089943 w 6881206"/>
              <a:gd name="connsiteY70" fmla="*/ 857047 h 857047"/>
              <a:gd name="connsiteX71" fmla="*/ 4057940 w 6881206"/>
              <a:gd name="connsiteY71" fmla="*/ 857047 h 857047"/>
              <a:gd name="connsiteX72" fmla="*/ 4025386 w 6881206"/>
              <a:gd name="connsiteY72" fmla="*/ 857047 h 857047"/>
              <a:gd name="connsiteX73" fmla="*/ 3850160 w 6881206"/>
              <a:gd name="connsiteY73" fmla="*/ 857047 h 857047"/>
              <a:gd name="connsiteX74" fmla="*/ 3563124 w 6881206"/>
              <a:gd name="connsiteY74" fmla="*/ 857047 h 857047"/>
              <a:gd name="connsiteX75" fmla="*/ 3550795 w 6881206"/>
              <a:gd name="connsiteY75" fmla="*/ 857047 h 857047"/>
              <a:gd name="connsiteX76" fmla="*/ 3508932 w 6881206"/>
              <a:gd name="connsiteY76" fmla="*/ 857047 h 857047"/>
              <a:gd name="connsiteX77" fmla="*/ 3483683 w 6881206"/>
              <a:gd name="connsiteY77" fmla="*/ 857047 h 857047"/>
              <a:gd name="connsiteX78" fmla="*/ 3464491 w 6881206"/>
              <a:gd name="connsiteY78" fmla="*/ 857047 h 857047"/>
              <a:gd name="connsiteX79" fmla="*/ 3452740 w 6881206"/>
              <a:gd name="connsiteY79" fmla="*/ 857047 h 857047"/>
              <a:gd name="connsiteX80" fmla="*/ 3423719 w 6881206"/>
              <a:gd name="connsiteY80" fmla="*/ 857047 h 857047"/>
              <a:gd name="connsiteX81" fmla="*/ 3370481 w 6881206"/>
              <a:gd name="connsiteY81" fmla="*/ 857047 h 857047"/>
              <a:gd name="connsiteX82" fmla="*/ 3306946 w 6881206"/>
              <a:gd name="connsiteY82" fmla="*/ 857047 h 857047"/>
              <a:gd name="connsiteX83" fmla="*/ 3147208 w 6881206"/>
              <a:gd name="connsiteY83" fmla="*/ 857047 h 857047"/>
              <a:gd name="connsiteX84" fmla="*/ 3114429 w 6881206"/>
              <a:gd name="connsiteY84" fmla="*/ 857047 h 857047"/>
              <a:gd name="connsiteX85" fmla="*/ 2960658 w 6881206"/>
              <a:gd name="connsiteY85" fmla="*/ 857047 h 857047"/>
              <a:gd name="connsiteX86" fmla="*/ 2827230 w 6881206"/>
              <a:gd name="connsiteY86" fmla="*/ 857047 h 857047"/>
              <a:gd name="connsiteX87" fmla="*/ 2712413 w 6881206"/>
              <a:gd name="connsiteY87" fmla="*/ 857047 h 857047"/>
              <a:gd name="connsiteX88" fmla="*/ 2680242 w 6881206"/>
              <a:gd name="connsiteY88" fmla="*/ 857047 h 857047"/>
              <a:gd name="connsiteX89" fmla="*/ 2603835 w 6881206"/>
              <a:gd name="connsiteY89" fmla="*/ 857047 h 857047"/>
              <a:gd name="connsiteX90" fmla="*/ 2455042 w 6881206"/>
              <a:gd name="connsiteY90" fmla="*/ 857047 h 857047"/>
              <a:gd name="connsiteX91" fmla="*/ 2426415 w 6881206"/>
              <a:gd name="connsiteY91" fmla="*/ 857047 h 857047"/>
              <a:gd name="connsiteX92" fmla="*/ 2209736 w 6881206"/>
              <a:gd name="connsiteY92" fmla="*/ 857047 h 857047"/>
              <a:gd name="connsiteX93" fmla="*/ 1893047 w 6881206"/>
              <a:gd name="connsiteY93" fmla="*/ 857047 h 857047"/>
              <a:gd name="connsiteX94" fmla="*/ 1885034 w 6881206"/>
              <a:gd name="connsiteY94" fmla="*/ 857047 h 857047"/>
              <a:gd name="connsiteX95" fmla="*/ 1843786 w 6881206"/>
              <a:gd name="connsiteY95" fmla="*/ 857047 h 857047"/>
              <a:gd name="connsiteX96" fmla="*/ 1828944 w 6881206"/>
              <a:gd name="connsiteY96" fmla="*/ 857047 h 857047"/>
              <a:gd name="connsiteX97" fmla="*/ 1380221 w 6881206"/>
              <a:gd name="connsiteY97" fmla="*/ 857047 h 857047"/>
              <a:gd name="connsiteX98" fmla="*/ 1333065 w 6881206"/>
              <a:gd name="connsiteY98" fmla="*/ 857047 h 857047"/>
              <a:gd name="connsiteX99" fmla="*/ 653445 w 6881206"/>
              <a:gd name="connsiteY99" fmla="*/ 857047 h 857047"/>
              <a:gd name="connsiteX100" fmla="*/ 0 w 6881206"/>
              <a:gd name="connsiteY100" fmla="*/ 857047 h 857047"/>
              <a:gd name="connsiteX101" fmla="*/ 0 w 6881206"/>
              <a:gd name="connsiteY101" fmla="*/ 0 h 85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881206" h="857047">
                <a:moveTo>
                  <a:pt x="0" y="0"/>
                </a:moveTo>
                <a:cubicBezTo>
                  <a:pt x="0" y="0"/>
                  <a:pt x="0" y="0"/>
                  <a:pt x="653445" y="0"/>
                </a:cubicBezTo>
                <a:cubicBezTo>
                  <a:pt x="653445" y="0"/>
                  <a:pt x="653445" y="0"/>
                  <a:pt x="1156123" y="0"/>
                </a:cubicBezTo>
                <a:lnTo>
                  <a:pt x="1380221" y="0"/>
                </a:lnTo>
                <a:cubicBezTo>
                  <a:pt x="1380221" y="0"/>
                  <a:pt x="1380221" y="0"/>
                  <a:pt x="1444324" y="0"/>
                </a:cubicBezTo>
                <a:lnTo>
                  <a:pt x="1522072" y="0"/>
                </a:lnTo>
                <a:lnTo>
                  <a:pt x="1596570" y="0"/>
                </a:lnTo>
                <a:cubicBezTo>
                  <a:pt x="1668686" y="0"/>
                  <a:pt x="1764840" y="0"/>
                  <a:pt x="1893047" y="0"/>
                </a:cubicBezTo>
                <a:cubicBezTo>
                  <a:pt x="1893047" y="0"/>
                  <a:pt x="1893047" y="0"/>
                  <a:pt x="1978260" y="0"/>
                </a:cubicBezTo>
                <a:lnTo>
                  <a:pt x="2032793" y="0"/>
                </a:lnTo>
                <a:lnTo>
                  <a:pt x="2095032" y="0"/>
                </a:lnTo>
                <a:cubicBezTo>
                  <a:pt x="2196025" y="0"/>
                  <a:pt x="2347515" y="0"/>
                  <a:pt x="2574748" y="0"/>
                </a:cubicBezTo>
                <a:lnTo>
                  <a:pt x="2712413" y="0"/>
                </a:lnTo>
                <a:lnTo>
                  <a:pt x="2724164" y="0"/>
                </a:lnTo>
                <a:lnTo>
                  <a:pt x="2806423" y="0"/>
                </a:lnTo>
                <a:lnTo>
                  <a:pt x="2975563" y="0"/>
                </a:lnTo>
                <a:lnTo>
                  <a:pt x="3029696" y="0"/>
                </a:lnTo>
                <a:lnTo>
                  <a:pt x="3216247" y="0"/>
                </a:lnTo>
                <a:lnTo>
                  <a:pt x="3464491" y="0"/>
                </a:lnTo>
                <a:lnTo>
                  <a:pt x="3476820" y="0"/>
                </a:lnTo>
                <a:lnTo>
                  <a:pt x="3508932" y="0"/>
                </a:lnTo>
                <a:cubicBezTo>
                  <a:pt x="3508932" y="0"/>
                  <a:pt x="3508932" y="0"/>
                  <a:pt x="3518154" y="0"/>
                </a:cubicBezTo>
                <a:lnTo>
                  <a:pt x="3563124" y="0"/>
                </a:lnTo>
                <a:lnTo>
                  <a:pt x="3568615" y="0"/>
                </a:lnTo>
                <a:lnTo>
                  <a:pt x="3582711" y="0"/>
                </a:lnTo>
                <a:lnTo>
                  <a:pt x="3607047" y="0"/>
                </a:lnTo>
                <a:lnTo>
                  <a:pt x="3711363" y="0"/>
                </a:lnTo>
                <a:lnTo>
                  <a:pt x="3757936" y="0"/>
                </a:lnTo>
                <a:lnTo>
                  <a:pt x="3914505" y="0"/>
                </a:lnTo>
                <a:lnTo>
                  <a:pt x="4099165" y="0"/>
                </a:lnTo>
                <a:cubicBezTo>
                  <a:pt x="4099165" y="0"/>
                  <a:pt x="4099165" y="0"/>
                  <a:pt x="4176573" y="0"/>
                </a:cubicBezTo>
                <a:cubicBezTo>
                  <a:pt x="4176573" y="0"/>
                  <a:pt x="4176573" y="0"/>
                  <a:pt x="4211043" y="0"/>
                </a:cubicBezTo>
                <a:lnTo>
                  <a:pt x="4249415" y="0"/>
                </a:lnTo>
                <a:lnTo>
                  <a:pt x="4292911" y="0"/>
                </a:lnTo>
                <a:cubicBezTo>
                  <a:pt x="4370470" y="0"/>
                  <a:pt x="4499735" y="0"/>
                  <a:pt x="4715176" y="0"/>
                </a:cubicBezTo>
                <a:lnTo>
                  <a:pt x="4749035" y="0"/>
                </a:lnTo>
                <a:lnTo>
                  <a:pt x="5107279" y="0"/>
                </a:lnTo>
                <a:lnTo>
                  <a:pt x="5446306" y="0"/>
                </a:lnTo>
                <a:lnTo>
                  <a:pt x="5654500" y="0"/>
                </a:lnTo>
                <a:lnTo>
                  <a:pt x="5879355" y="0"/>
                </a:lnTo>
                <a:lnTo>
                  <a:pt x="6374171" y="0"/>
                </a:lnTo>
                <a:lnTo>
                  <a:pt x="6382691" y="0"/>
                </a:lnTo>
                <a:cubicBezTo>
                  <a:pt x="6392367" y="0"/>
                  <a:pt x="6402043" y="5258"/>
                  <a:pt x="6406881" y="10516"/>
                </a:cubicBezTo>
                <a:cubicBezTo>
                  <a:pt x="6406881" y="10516"/>
                  <a:pt x="6411719" y="10516"/>
                  <a:pt x="6411719" y="15774"/>
                </a:cubicBezTo>
                <a:cubicBezTo>
                  <a:pt x="6411719" y="15774"/>
                  <a:pt x="6411719" y="15774"/>
                  <a:pt x="6412418" y="16534"/>
                </a:cubicBezTo>
                <a:lnTo>
                  <a:pt x="6413765" y="17998"/>
                </a:lnTo>
                <a:lnTo>
                  <a:pt x="6418286" y="21854"/>
                </a:lnTo>
                <a:cubicBezTo>
                  <a:pt x="6439669" y="40092"/>
                  <a:pt x="6525203" y="113046"/>
                  <a:pt x="6867337" y="404863"/>
                </a:cubicBezTo>
                <a:cubicBezTo>
                  <a:pt x="6885830" y="415379"/>
                  <a:pt x="6885830" y="436411"/>
                  <a:pt x="6867337" y="452185"/>
                </a:cubicBezTo>
                <a:cubicBezTo>
                  <a:pt x="6867337" y="452185"/>
                  <a:pt x="6867337" y="452185"/>
                  <a:pt x="6491457" y="772784"/>
                </a:cubicBezTo>
                <a:lnTo>
                  <a:pt x="6413765" y="839050"/>
                </a:lnTo>
                <a:lnTo>
                  <a:pt x="6411719" y="841273"/>
                </a:lnTo>
                <a:cubicBezTo>
                  <a:pt x="6411719" y="841273"/>
                  <a:pt x="6406881" y="841273"/>
                  <a:pt x="6406881" y="846531"/>
                </a:cubicBezTo>
                <a:cubicBezTo>
                  <a:pt x="6402043" y="851789"/>
                  <a:pt x="6392367" y="857047"/>
                  <a:pt x="6382691" y="857047"/>
                </a:cubicBezTo>
                <a:lnTo>
                  <a:pt x="6374171" y="857047"/>
                </a:lnTo>
                <a:lnTo>
                  <a:pt x="6368680" y="857047"/>
                </a:lnTo>
                <a:lnTo>
                  <a:pt x="6348221" y="857047"/>
                </a:lnTo>
                <a:lnTo>
                  <a:pt x="6330248" y="857047"/>
                </a:lnTo>
                <a:lnTo>
                  <a:pt x="6266353" y="857047"/>
                </a:lnTo>
                <a:lnTo>
                  <a:pt x="6225932" y="857047"/>
                </a:lnTo>
                <a:lnTo>
                  <a:pt x="6106926" y="857047"/>
                </a:lnTo>
                <a:lnTo>
                  <a:pt x="6022790" y="857047"/>
                </a:lnTo>
                <a:lnTo>
                  <a:pt x="5844088" y="857047"/>
                </a:lnTo>
                <a:lnTo>
                  <a:pt x="5687880" y="857047"/>
                </a:lnTo>
                <a:lnTo>
                  <a:pt x="5451985" y="857047"/>
                </a:lnTo>
                <a:lnTo>
                  <a:pt x="5188261" y="857047"/>
                </a:lnTo>
                <a:lnTo>
                  <a:pt x="4904764" y="857047"/>
                </a:lnTo>
                <a:lnTo>
                  <a:pt x="4490989" y="857047"/>
                </a:lnTo>
                <a:lnTo>
                  <a:pt x="4176573" y="857047"/>
                </a:lnTo>
                <a:cubicBezTo>
                  <a:pt x="4176573" y="857047"/>
                  <a:pt x="4176573" y="857047"/>
                  <a:pt x="4099165" y="857047"/>
                </a:cubicBezTo>
                <a:cubicBezTo>
                  <a:pt x="4099165" y="857047"/>
                  <a:pt x="4099165" y="857047"/>
                  <a:pt x="4089943" y="857047"/>
                </a:cubicBezTo>
                <a:lnTo>
                  <a:pt x="4057940" y="857047"/>
                </a:lnTo>
                <a:lnTo>
                  <a:pt x="4025386" y="857047"/>
                </a:lnTo>
                <a:cubicBezTo>
                  <a:pt x="3988496" y="857047"/>
                  <a:pt x="3933162" y="857047"/>
                  <a:pt x="3850160" y="857047"/>
                </a:cubicBezTo>
                <a:lnTo>
                  <a:pt x="3563124" y="857047"/>
                </a:lnTo>
                <a:lnTo>
                  <a:pt x="3550795" y="857047"/>
                </a:lnTo>
                <a:lnTo>
                  <a:pt x="3508932" y="857047"/>
                </a:lnTo>
                <a:cubicBezTo>
                  <a:pt x="3508932" y="857047"/>
                  <a:pt x="3508932" y="857047"/>
                  <a:pt x="3483683" y="857047"/>
                </a:cubicBezTo>
                <a:lnTo>
                  <a:pt x="3464491" y="857047"/>
                </a:lnTo>
                <a:lnTo>
                  <a:pt x="3452740" y="857047"/>
                </a:lnTo>
                <a:lnTo>
                  <a:pt x="3423719" y="857047"/>
                </a:lnTo>
                <a:lnTo>
                  <a:pt x="3370481" y="857047"/>
                </a:lnTo>
                <a:lnTo>
                  <a:pt x="3306946" y="857047"/>
                </a:lnTo>
                <a:lnTo>
                  <a:pt x="3147208" y="857047"/>
                </a:lnTo>
                <a:lnTo>
                  <a:pt x="3114429" y="857047"/>
                </a:lnTo>
                <a:lnTo>
                  <a:pt x="2960658" y="857047"/>
                </a:lnTo>
                <a:lnTo>
                  <a:pt x="2827230" y="857047"/>
                </a:lnTo>
                <a:lnTo>
                  <a:pt x="2712413" y="857047"/>
                </a:lnTo>
                <a:lnTo>
                  <a:pt x="2680242" y="857047"/>
                </a:lnTo>
                <a:lnTo>
                  <a:pt x="2603835" y="857047"/>
                </a:lnTo>
                <a:lnTo>
                  <a:pt x="2455042" y="857047"/>
                </a:lnTo>
                <a:lnTo>
                  <a:pt x="2426415" y="857047"/>
                </a:lnTo>
                <a:lnTo>
                  <a:pt x="2209736" y="857047"/>
                </a:lnTo>
                <a:lnTo>
                  <a:pt x="1893047" y="857047"/>
                </a:lnTo>
                <a:cubicBezTo>
                  <a:pt x="1893047" y="857047"/>
                  <a:pt x="1893047" y="857047"/>
                  <a:pt x="1885034" y="857047"/>
                </a:cubicBezTo>
                <a:lnTo>
                  <a:pt x="1843786" y="857047"/>
                </a:lnTo>
                <a:lnTo>
                  <a:pt x="1828944" y="857047"/>
                </a:lnTo>
                <a:cubicBezTo>
                  <a:pt x="1764840" y="857047"/>
                  <a:pt x="1636634" y="857047"/>
                  <a:pt x="1380221" y="857047"/>
                </a:cubicBezTo>
                <a:lnTo>
                  <a:pt x="1333065" y="857047"/>
                </a:lnTo>
                <a:cubicBezTo>
                  <a:pt x="1136016" y="857047"/>
                  <a:pt x="910816" y="857047"/>
                  <a:pt x="653445" y="857047"/>
                </a:cubicBezTo>
                <a:cubicBezTo>
                  <a:pt x="653445" y="857047"/>
                  <a:pt x="653445" y="857047"/>
                  <a:pt x="0" y="857047"/>
                </a:cubicBezTo>
                <a:cubicBezTo>
                  <a:pt x="0" y="857047"/>
                  <a:pt x="0" y="85704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44076" y="5202719"/>
            <a:ext cx="650510" cy="517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5C85C4-B977-4429-87D6-E045F5388D1E}" type="slidenum">
              <a:rPr lang="en-US" noProof="0"/>
              <a:pPr defTabSz="914400">
                <a:spcAft>
                  <a:spcPts val="600"/>
                </a:spcAft>
              </a:pPr>
              <a:t>5</a:t>
            </a:fld>
            <a:endParaRPr lang="en-US" noProof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D26667-7144-36D5-4588-61F336804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947845"/>
              </p:ext>
            </p:extLst>
          </p:nvPr>
        </p:nvGraphicFramePr>
        <p:xfrm>
          <a:off x="7074745" y="1076461"/>
          <a:ext cx="4153751" cy="469906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60680">
                  <a:extLst>
                    <a:ext uri="{9D8B030D-6E8A-4147-A177-3AD203B41FA5}">
                      <a16:colId xmlns:a16="http://schemas.microsoft.com/office/drawing/2014/main" val="240314227"/>
                    </a:ext>
                  </a:extLst>
                </a:gridCol>
                <a:gridCol w="1493071">
                  <a:extLst>
                    <a:ext uri="{9D8B030D-6E8A-4147-A177-3AD203B41FA5}">
                      <a16:colId xmlns:a16="http://schemas.microsoft.com/office/drawing/2014/main" val="1470989978"/>
                    </a:ext>
                  </a:extLst>
                </a:gridCol>
              </a:tblGrid>
              <a:tr h="981223"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Assessment Type</a:t>
                      </a:r>
                      <a:endParaRPr lang="en-GB" sz="4300">
                        <a:effectLst/>
                      </a:endParaRPr>
                    </a:p>
                  </a:txBody>
                  <a:tcPr marL="162551" marR="162551" marT="108367" marB="108367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Weight</a:t>
                      </a:r>
                      <a:endParaRPr lang="en-GB" sz="4300">
                        <a:effectLst/>
                      </a:endParaRPr>
                    </a:p>
                  </a:txBody>
                  <a:tcPr marL="162551" marR="162551" marT="108367" marB="108367"/>
                </a:tc>
                <a:extLst>
                  <a:ext uri="{0D108BD9-81ED-4DB2-BD59-A6C34878D82A}">
                    <a16:rowId xmlns:a16="http://schemas.microsoft.com/office/drawing/2014/main" val="492977965"/>
                  </a:ext>
                </a:extLst>
              </a:tr>
              <a:tr h="619641"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Assignments (3)</a:t>
                      </a:r>
                      <a:endParaRPr lang="en-GB" sz="4300">
                        <a:effectLst/>
                      </a:endParaRPr>
                    </a:p>
                  </a:txBody>
                  <a:tcPr marL="162551" marR="162551" marT="108367" marB="108367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PK" sz="4300" dirty="0">
                        <a:effectLst/>
                      </a:endParaRPr>
                    </a:p>
                  </a:txBody>
                  <a:tcPr marL="162551" marR="162551" marT="108367" marB="108367"/>
                </a:tc>
                <a:extLst>
                  <a:ext uri="{0D108BD9-81ED-4DB2-BD59-A6C34878D82A}">
                    <a16:rowId xmlns:a16="http://schemas.microsoft.com/office/drawing/2014/main" val="1157377628"/>
                  </a:ext>
                </a:extLst>
              </a:tr>
              <a:tr h="619641"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Quizzes (&gt;=5)</a:t>
                      </a:r>
                      <a:endParaRPr lang="en-GB" sz="4300">
                        <a:effectLst/>
                      </a:endParaRPr>
                    </a:p>
                  </a:txBody>
                  <a:tcPr marL="162551" marR="162551" marT="108367" marB="108367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PK" sz="4300" dirty="0">
                        <a:effectLst/>
                      </a:endParaRPr>
                    </a:p>
                  </a:txBody>
                  <a:tcPr marL="162551" marR="162551" marT="108367" marB="108367"/>
                </a:tc>
                <a:extLst>
                  <a:ext uri="{0D108BD9-81ED-4DB2-BD59-A6C34878D82A}">
                    <a16:rowId xmlns:a16="http://schemas.microsoft.com/office/drawing/2014/main" val="1911361561"/>
                  </a:ext>
                </a:extLst>
              </a:tr>
              <a:tr h="619641"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Sessional 1 </a:t>
                      </a:r>
                      <a:endParaRPr lang="en-GB" sz="4300">
                        <a:effectLst/>
                      </a:endParaRPr>
                    </a:p>
                  </a:txBody>
                  <a:tcPr marL="162551" marR="162551" marT="108367" marB="108367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12.5</a:t>
                      </a:r>
                      <a:endParaRPr lang="en-PK" sz="4300">
                        <a:effectLst/>
                      </a:endParaRPr>
                    </a:p>
                  </a:txBody>
                  <a:tcPr marL="162551" marR="162551" marT="108367" marB="108367"/>
                </a:tc>
                <a:extLst>
                  <a:ext uri="{0D108BD9-81ED-4DB2-BD59-A6C34878D82A}">
                    <a16:rowId xmlns:a16="http://schemas.microsoft.com/office/drawing/2014/main" val="3671018845"/>
                  </a:ext>
                </a:extLst>
              </a:tr>
              <a:tr h="619641"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Sessional 2</a:t>
                      </a:r>
                      <a:endParaRPr lang="en-GB" sz="4300">
                        <a:effectLst/>
                      </a:endParaRPr>
                    </a:p>
                  </a:txBody>
                  <a:tcPr marL="162551" marR="162551" marT="108367" marB="108367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12.5</a:t>
                      </a:r>
                      <a:endParaRPr lang="en-PK" sz="4300">
                        <a:effectLst/>
                      </a:endParaRPr>
                    </a:p>
                  </a:txBody>
                  <a:tcPr marL="162551" marR="162551" marT="108367" marB="108367"/>
                </a:tc>
                <a:extLst>
                  <a:ext uri="{0D108BD9-81ED-4DB2-BD59-A6C34878D82A}">
                    <a16:rowId xmlns:a16="http://schemas.microsoft.com/office/drawing/2014/main" val="1957312394"/>
                  </a:ext>
                </a:extLst>
              </a:tr>
              <a:tr h="619641"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Project</a:t>
                      </a:r>
                      <a:endParaRPr lang="en-GB" sz="4300">
                        <a:effectLst/>
                      </a:endParaRPr>
                    </a:p>
                  </a:txBody>
                  <a:tcPr marL="162551" marR="162551" marT="108367" marB="108367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PK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PK" sz="4300" dirty="0">
                        <a:effectLst/>
                      </a:endParaRPr>
                    </a:p>
                  </a:txBody>
                  <a:tcPr marL="162551" marR="162551" marT="108367" marB="108367"/>
                </a:tc>
                <a:extLst>
                  <a:ext uri="{0D108BD9-81ED-4DB2-BD59-A6C34878D82A}">
                    <a16:rowId xmlns:a16="http://schemas.microsoft.com/office/drawing/2014/main" val="1688977970"/>
                  </a:ext>
                </a:extLst>
              </a:tr>
              <a:tr h="619641"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Final Exam</a:t>
                      </a:r>
                      <a:endParaRPr lang="en-GB" sz="4300">
                        <a:effectLst/>
                      </a:endParaRPr>
                    </a:p>
                  </a:txBody>
                  <a:tcPr marL="162551" marR="162551" marT="108367" marB="108367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40</a:t>
                      </a:r>
                      <a:endParaRPr lang="en-PK" sz="4300" dirty="0">
                        <a:effectLst/>
                      </a:endParaRPr>
                    </a:p>
                  </a:txBody>
                  <a:tcPr marL="162551" marR="162551" marT="108367" marB="108367"/>
                </a:tc>
                <a:extLst>
                  <a:ext uri="{0D108BD9-81ED-4DB2-BD59-A6C34878D82A}">
                    <a16:rowId xmlns:a16="http://schemas.microsoft.com/office/drawing/2014/main" val="38045618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798E-0116-0CC5-3E02-D077F816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&amp; Reference Books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61AFB-D8B0-5597-DD96-2CD662D96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>
                <a:solidFill>
                  <a:schemeClr val="tx1"/>
                </a:solidFill>
              </a:rPr>
              <a:t>Data Structures Using C++ (By D.S. Malik)</a:t>
            </a:r>
          </a:p>
          <a:p>
            <a:pPr fontAlgn="base"/>
            <a:endParaRPr lang="en-GB" dirty="0">
              <a:solidFill>
                <a:schemeClr val="tx1"/>
              </a:solidFill>
            </a:endParaRPr>
          </a:p>
          <a:p>
            <a:pPr fontAlgn="base"/>
            <a:r>
              <a:rPr lang="en-GB" dirty="0">
                <a:solidFill>
                  <a:schemeClr val="tx1"/>
                </a:solidFill>
              </a:rPr>
              <a:t>Data Structures Using C and C++ (By Y. Langsam, M. J. Augenstein, A. M. Tenenbaum)</a:t>
            </a:r>
          </a:p>
          <a:p>
            <a:pPr fontAlgn="base"/>
            <a:endParaRPr lang="en-GB" dirty="0">
              <a:solidFill>
                <a:schemeClr val="tx1"/>
              </a:solidFill>
            </a:endParaRPr>
          </a:p>
          <a:p>
            <a:pPr fontAlgn="base"/>
            <a:r>
              <a:rPr lang="en-GB" dirty="0">
                <a:solidFill>
                  <a:schemeClr val="tx1"/>
                </a:solidFill>
              </a:rPr>
              <a:t>Data Structures and Algorithms (By A. V. Aho, J. E. Hopcroft, J. D. Ullman)</a:t>
            </a:r>
          </a:p>
          <a:p>
            <a:pPr fontAlgn="base"/>
            <a:endParaRPr lang="en-GB" dirty="0">
              <a:solidFill>
                <a:schemeClr val="tx1"/>
              </a:solidFill>
            </a:endParaRPr>
          </a:p>
          <a:p>
            <a:pPr fontAlgn="base"/>
            <a:r>
              <a:rPr lang="en-GB" dirty="0">
                <a:solidFill>
                  <a:schemeClr val="tx1"/>
                </a:solidFill>
              </a:rPr>
              <a:t>Schaum's Outline Series, Theory and problems of Data Structures (By Seymour Lipschutz)</a:t>
            </a:r>
          </a:p>
          <a:p>
            <a:pPr marL="0" indent="0">
              <a:buNone/>
            </a:pP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EDE96-3C20-29F9-6C03-4395FAFE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16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title"/>
          </p:nvPr>
        </p:nvSpPr>
        <p:spPr>
          <a:xfrm>
            <a:off x="1847528" y="188641"/>
            <a:ext cx="8496944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/>
              <a:t>General Overview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2205178" y="1304170"/>
            <a:ext cx="2016126" cy="729463"/>
          </a:xfrm>
          <a:prstGeom prst="rect">
            <a:avLst/>
          </a:prstGeom>
          <a:noFill/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Introduction to Computer Science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2218585" y="2628975"/>
            <a:ext cx="2016126" cy="729463"/>
          </a:xfrm>
          <a:prstGeom prst="rect">
            <a:avLst/>
          </a:prstGeom>
          <a:noFill/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Computer Programming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2216195" y="3996800"/>
            <a:ext cx="2016126" cy="729463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Structures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2207568" y="5292944"/>
            <a:ext cx="2016126" cy="729463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Algorithm Analysis</a:t>
            </a:r>
            <a:endParaRPr/>
          </a:p>
        </p:txBody>
      </p:sp>
      <p:cxnSp>
        <p:nvCxnSpPr>
          <p:cNvPr id="106" name="Google Shape;106;p2"/>
          <p:cNvCxnSpPr>
            <a:endCxn id="103" idx="0"/>
          </p:cNvCxnSpPr>
          <p:nvPr/>
        </p:nvCxnSpPr>
        <p:spPr>
          <a:xfrm>
            <a:off x="3226648" y="2033774"/>
            <a:ext cx="0" cy="5952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7" name="Google Shape;107;p2"/>
          <p:cNvCxnSpPr>
            <a:stCxn id="103" idx="2"/>
            <a:endCxn id="104" idx="0"/>
          </p:cNvCxnSpPr>
          <p:nvPr/>
        </p:nvCxnSpPr>
        <p:spPr>
          <a:xfrm flipH="1">
            <a:off x="3224248" y="3358437"/>
            <a:ext cx="2400" cy="6384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2"/>
          <p:cNvCxnSpPr>
            <a:stCxn id="104" idx="2"/>
            <a:endCxn id="105" idx="0"/>
          </p:cNvCxnSpPr>
          <p:nvPr/>
        </p:nvCxnSpPr>
        <p:spPr>
          <a:xfrm flipH="1">
            <a:off x="3215558" y="4726262"/>
            <a:ext cx="8700" cy="5667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9" name="Google Shape;109;p2"/>
          <p:cNvSpPr txBox="1"/>
          <p:nvPr/>
        </p:nvSpPr>
        <p:spPr>
          <a:xfrm>
            <a:off x="4605299" y="1253263"/>
            <a:ext cx="578024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Hardware, Software, Programming, Operating System etc.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4605298" y="2591409"/>
            <a:ext cx="589150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write software with the help of procedural and object-oriented programming?</a:t>
            </a:r>
            <a:endParaRPr dirty="0"/>
          </a:p>
        </p:txBody>
      </p:sp>
      <p:sp>
        <p:nvSpPr>
          <p:cNvPr id="111" name="Google Shape;111;p2"/>
          <p:cNvSpPr txBox="1"/>
          <p:nvPr/>
        </p:nvSpPr>
        <p:spPr>
          <a:xfrm>
            <a:off x="4605298" y="3916863"/>
            <a:ext cx="606270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organize information/data, usually in memory, so that it can be used efficiently?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4605298" y="5251623"/>
            <a:ext cx="578024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analyze the performance of algorithms to evaluate their suitability for solving complex problems? 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FDA4C5-8893-6140-7352-024A1CF4E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data?</a:t>
            </a:r>
          </a:p>
          <a:p>
            <a:pPr lvl="1"/>
            <a:r>
              <a:rPr lang="en-US" sz="2000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information converted into binary/digital form</a:t>
            </a:r>
          </a:p>
          <a:p>
            <a:r>
              <a:rPr 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Types of data?</a:t>
            </a:r>
          </a:p>
          <a:p>
            <a:pPr lvl="1"/>
            <a:r>
              <a:rPr lang="en-US" sz="2000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text, numeric, audio, video etc.</a:t>
            </a:r>
          </a:p>
          <a:p>
            <a:r>
              <a:rPr 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Importance of data?</a:t>
            </a:r>
          </a:p>
          <a:p>
            <a:pPr lvl="1"/>
            <a:r>
              <a:rPr lang="en-US" sz="2000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primary purpose of computer programs is to store and retrieve information, usually as fast as possible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14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a Data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1264555"/>
            <a:ext cx="7969454" cy="5292000"/>
          </a:xfrm>
        </p:spPr>
        <p:txBody>
          <a:bodyPr/>
          <a:lstStyle/>
          <a:p>
            <a:endParaRPr lang="en-US" noProof="0" dirty="0">
              <a:solidFill>
                <a:schemeClr val="tx1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In a general sense, any representation that is used for storing information is a data structure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Example: integers, structures, classes, arrays, etc.</a:t>
            </a:r>
          </a:p>
          <a:p>
            <a:pPr fontAlgn="base"/>
            <a:endParaRPr lang="en-US" dirty="0">
              <a:solidFill>
                <a:schemeClr val="tx1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More typically, a data structure provides a way for organizing a collection of data items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Storing, accessing and modifying data items</a:t>
            </a:r>
          </a:p>
          <a:p>
            <a:pPr fontAlgn="base"/>
            <a:endParaRPr lang="en-US" dirty="0">
              <a:solidFill>
                <a:schemeClr val="tx1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Most data structures have associated algorithms to perform operations on data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Search, insert, remove etc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3343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2B40-6D7A-91C2-43C5-1F1303585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Costs and Benefits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EFC37-4888-29E8-055B-317CAA330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69027"/>
            <a:ext cx="8915400" cy="4738255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Each data structure requires</a:t>
            </a:r>
          </a:p>
          <a:p>
            <a:pPr lvl="1" fontAlgn="base"/>
            <a:r>
              <a:rPr lang="en-US" dirty="0"/>
              <a:t>Space for storing data items</a:t>
            </a:r>
          </a:p>
          <a:p>
            <a:pPr lvl="1" fontAlgn="base"/>
            <a:r>
              <a:rPr lang="en-US" dirty="0"/>
              <a:t>Time to perform each basic operation </a:t>
            </a:r>
          </a:p>
          <a:p>
            <a:pPr lvl="1" fontAlgn="base"/>
            <a:r>
              <a:rPr lang="en-US" dirty="0"/>
              <a:t>Programming efforts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Cost of a data structure</a:t>
            </a:r>
          </a:p>
          <a:p>
            <a:pPr lvl="1" fontAlgn="base"/>
            <a:r>
              <a:rPr lang="en-US" dirty="0"/>
              <a:t>Time and space resources in consumes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Choice of data structure depends on many factors</a:t>
            </a:r>
          </a:p>
          <a:p>
            <a:pPr lvl="1" fontAlgn="base"/>
            <a:r>
              <a:rPr lang="en-US" dirty="0"/>
              <a:t>Type of data</a:t>
            </a:r>
          </a:p>
          <a:p>
            <a:pPr lvl="1" fontAlgn="base"/>
            <a:r>
              <a:rPr lang="en-US" dirty="0"/>
              <a:t>Frequency with which various data operations are applied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Hard to define data structure that performs better in all situations</a:t>
            </a:r>
          </a:p>
          <a:p>
            <a:pPr lvl="1" fontAlgn="base"/>
            <a:r>
              <a:rPr lang="en-US" dirty="0"/>
              <a:t>Time and space tradeoff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4CD81-C6D0-2589-D530-0D2F667C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4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Course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960" y="1845734"/>
            <a:ext cx="7543801" cy="3432848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solidFill>
                  <a:schemeClr val="tx1"/>
                </a:solidFill>
              </a:rPr>
              <a:t>Learn the commonly used data structures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Form a programmer’s basic data structure “toolkit”</a:t>
            </a:r>
          </a:p>
          <a:p>
            <a:pPr fontAlgn="base"/>
            <a:endParaRPr lang="en-US" dirty="0">
              <a:solidFill>
                <a:schemeClr val="tx1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Case studies of data structures</a:t>
            </a:r>
          </a:p>
          <a:p>
            <a:pPr fontAlgn="base"/>
            <a:endParaRPr lang="en-US" dirty="0">
              <a:solidFill>
                <a:schemeClr val="tx1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Examine the costs and benefits of every data structure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85C4-B977-4429-87D6-E045F5388D1E}" type="slidenum">
              <a:rPr lang="en-US" noProof="0">
                <a:latin typeface="Calibri" panose="020F0502020204030204"/>
              </a:rPr>
              <a:pPr/>
              <a:t>11</a:t>
            </a:fld>
            <a:endParaRPr lang="en-US" noProof="0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66982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>
            <a:spLocks noGrp="1"/>
          </p:cNvSpPr>
          <p:nvPr>
            <p:ph type="title"/>
          </p:nvPr>
        </p:nvSpPr>
        <p:spPr>
          <a:xfrm>
            <a:off x="2636915" y="531541"/>
            <a:ext cx="8496944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Motivational Example</a:t>
            </a:r>
            <a:endParaRPr dirty="0"/>
          </a:p>
        </p:txBody>
      </p:sp>
      <p:sp>
        <p:nvSpPr>
          <p:cNvPr id="175" name="Google Shape;175;p10"/>
          <p:cNvSpPr txBox="1">
            <a:spLocks noGrp="1"/>
          </p:cNvSpPr>
          <p:nvPr>
            <p:ph type="body" idx="1"/>
          </p:nvPr>
        </p:nvSpPr>
        <p:spPr>
          <a:xfrm>
            <a:off x="2637559" y="1907994"/>
            <a:ext cx="8496300" cy="30420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A cellular service company provides contract to its 10 million users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Due to new security enforcements, the company wants to </a:t>
            </a:r>
            <a:r>
              <a:rPr lang="en-US" dirty="0">
                <a:solidFill>
                  <a:srgbClr val="0070C0"/>
                </a:solidFill>
              </a:rPr>
              <a:t>prevent issuing of multiple contracts to users</a:t>
            </a:r>
            <a:endParaRPr dirty="0"/>
          </a:p>
          <a:p>
            <a:pPr marL="0" indent="0">
              <a:spcBef>
                <a:spcPts val="420"/>
              </a:spcBef>
              <a:buSzPts val="2100"/>
              <a:buNone/>
            </a:pPr>
            <a:endParaRPr dirty="0"/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Method of Detecting Multiple Contracts</a:t>
            </a:r>
            <a:endParaRPr dirty="0">
              <a:solidFill>
                <a:schemeClr val="tx1"/>
              </a:solidFill>
            </a:endParaRPr>
          </a:p>
          <a:p>
            <a:pPr lvl="1" indent="-342900">
              <a:spcBef>
                <a:spcPts val="380"/>
              </a:spcBef>
              <a:buSzPts val="19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Before issuing a new contract to user</a:t>
            </a:r>
            <a:endParaRPr dirty="0">
              <a:solidFill>
                <a:schemeClr val="tx1"/>
              </a:solidFill>
            </a:endParaRPr>
          </a:p>
          <a:p>
            <a:pPr lvl="1" indent="-342900">
              <a:spcBef>
                <a:spcPts val="380"/>
              </a:spcBef>
              <a:buSzPts val="19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First search the </a:t>
            </a:r>
            <a:r>
              <a:rPr lang="en-US" dirty="0">
                <a:solidFill>
                  <a:srgbClr val="0070C0"/>
                </a:solidFill>
              </a:rPr>
              <a:t>id of user </a:t>
            </a:r>
            <a:r>
              <a:rPr lang="en-US" dirty="0">
                <a:solidFill>
                  <a:schemeClr val="tx1"/>
                </a:solidFill>
              </a:rPr>
              <a:t>in existing contracts database</a:t>
            </a:r>
            <a:endParaRPr dirty="0">
              <a:solidFill>
                <a:schemeClr val="tx1"/>
              </a:solidFill>
            </a:endParaRPr>
          </a:p>
          <a:p>
            <a:pPr lvl="1" indent="-342900">
              <a:spcBef>
                <a:spcPts val="380"/>
              </a:spcBef>
              <a:buSzPts val="19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In case of failure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tx1"/>
                </a:solidFill>
              </a:rPr>
              <a:t> issue a new contract</a:t>
            </a:r>
            <a:endParaRPr dirty="0">
              <a:solidFill>
                <a:schemeClr val="tx1"/>
              </a:solidFill>
            </a:endParaRPr>
          </a:p>
          <a:p>
            <a:pPr lvl="1" indent="-342900">
              <a:spcBef>
                <a:spcPts val="380"/>
              </a:spcBef>
              <a:buSzPts val="19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In case of success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tx1"/>
                </a:solidFill>
              </a:rPr>
              <a:t>  do not issue a new contract to user</a:t>
            </a:r>
            <a:endParaRPr dirty="0">
              <a:solidFill>
                <a:schemeClr val="tx1"/>
              </a:solidFill>
            </a:endParaRPr>
          </a:p>
          <a:p>
            <a:pPr marL="0" indent="0">
              <a:spcBef>
                <a:spcPts val="420"/>
              </a:spcBef>
              <a:buSzPts val="2100"/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19882A-B9D3-B39B-DEEB-6F361520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title"/>
          </p:nvPr>
        </p:nvSpPr>
        <p:spPr>
          <a:xfrm>
            <a:off x="1899482" y="606475"/>
            <a:ext cx="9208399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Example: Linear Array Data Structure (1)</a:t>
            </a:r>
            <a:endParaRPr dirty="0"/>
          </a:p>
        </p:txBody>
      </p:sp>
      <p:sp>
        <p:nvSpPr>
          <p:cNvPr id="183" name="Google Shape;183;p11"/>
          <p:cNvSpPr txBox="1">
            <a:spLocks noGrp="1"/>
          </p:cNvSpPr>
          <p:nvPr>
            <p:ph type="body" idx="1"/>
          </p:nvPr>
        </p:nvSpPr>
        <p:spPr>
          <a:xfrm>
            <a:off x="3088843" y="4811365"/>
            <a:ext cx="8496300" cy="14401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Linear Array (with 10 million entries)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3 arrays (NIC, Name, Address)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Structured array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Class’s object array</a:t>
            </a:r>
            <a:endParaRPr dirty="0">
              <a:solidFill>
                <a:schemeClr val="tx1"/>
              </a:solidFill>
            </a:endParaRPr>
          </a:p>
        </p:txBody>
      </p:sp>
      <p:graphicFrame>
        <p:nvGraphicFramePr>
          <p:cNvPr id="186" name="Google Shape;186;p11"/>
          <p:cNvGraphicFramePr/>
          <p:nvPr>
            <p:extLst>
              <p:ext uri="{D42A27DB-BD31-4B8C-83A1-F6EECF244321}">
                <p14:modId xmlns:p14="http://schemas.microsoft.com/office/powerpoint/2010/main" val="269194361"/>
              </p:ext>
            </p:extLst>
          </p:nvPr>
        </p:nvGraphicFramePr>
        <p:xfrm>
          <a:off x="3636609" y="1725960"/>
          <a:ext cx="6624425" cy="289529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1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tx1"/>
                          </a:solidFill>
                        </a:rPr>
                        <a:t>NIC#</a:t>
                      </a:r>
                      <a:endParaRPr sz="1600" b="1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Name</a:t>
                      </a:r>
                      <a:endParaRPr sz="1600" b="1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Address</a:t>
                      </a:r>
                      <a:endParaRPr sz="1600" b="1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6584495-9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Muhammad Faheem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House No 3 Gulshan Bahar Sec 16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1748425-5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Naeem Alam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A-11 Shams Plaza Block-B N.Nazimabad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0889679-1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Arslan Akhtar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H No 152 Bostang Colony 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3419668-1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Zain Ahmed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Sharfabad Street Gulshan Karachi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3445864-3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Sumair Farooq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Post Office Tayyar, Multan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6395653-4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Ali Affan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H.No. 425, Sector F-11/4, Islamabad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8224641-1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Syed Faraz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Sharfabad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Street Gulshan, Faisalabad</a:t>
                      </a:r>
                      <a:endParaRPr sz="1400" b="0" dirty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E2DAF3-3E3E-CE64-11C6-D90186129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1847527" y="438025"/>
            <a:ext cx="9385046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Example: Linear Array Data Structure (2)</a:t>
            </a:r>
            <a:endParaRPr dirty="0"/>
          </a:p>
        </p:txBody>
      </p:sp>
      <p:sp>
        <p:nvSpPr>
          <p:cNvPr id="192" name="Google Shape;192;p12"/>
          <p:cNvSpPr txBox="1">
            <a:spLocks noGrp="1"/>
          </p:cNvSpPr>
          <p:nvPr>
            <p:ph type="body" idx="1"/>
          </p:nvPr>
        </p:nvSpPr>
        <p:spPr>
          <a:xfrm>
            <a:off x="3425546" y="5248631"/>
            <a:ext cx="7318654" cy="87161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Any disadvantage of linear array data structure?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How to improve?</a:t>
            </a:r>
            <a:endParaRPr dirty="0">
              <a:solidFill>
                <a:schemeClr val="tx1"/>
              </a:solidFill>
            </a:endParaRPr>
          </a:p>
        </p:txBody>
      </p:sp>
      <p:graphicFrame>
        <p:nvGraphicFramePr>
          <p:cNvPr id="195" name="Google Shape;195;p12"/>
          <p:cNvGraphicFramePr/>
          <p:nvPr>
            <p:extLst>
              <p:ext uri="{D42A27DB-BD31-4B8C-83A1-F6EECF244321}">
                <p14:modId xmlns:p14="http://schemas.microsoft.com/office/powerpoint/2010/main" val="1177924281"/>
              </p:ext>
            </p:extLst>
          </p:nvPr>
        </p:nvGraphicFramePr>
        <p:xfrm>
          <a:off x="4041670" y="1586671"/>
          <a:ext cx="6624425" cy="289529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1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NIC#</a:t>
                      </a:r>
                      <a:endParaRPr sz="1600"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Name</a:t>
                      </a:r>
                      <a:endParaRPr sz="1600"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Address</a:t>
                      </a:r>
                      <a:endParaRPr sz="1600"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6584495-9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Muhammad Faheem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House No 3 Gulshan Bahar Sec 16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dirty="0"/>
                        <a:t>1748425-5</a:t>
                      </a:r>
                      <a:endParaRPr sz="1400" b="0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Naeem Alam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A-11 Shams Plaza Block-B N.Nazimabad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0889679-1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Arslan Akhtar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 No 152 Bostang Colony 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3419668-1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Zain Ahmed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Sharfabad Street Gulshan Karachi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3445864-3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Sumair Farooq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Post Office Tayyar, Multan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6395653-4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Ali Affan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H.No. 425, Sector F-11/4, Islamabad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8224641-1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Syed Faraz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Sharfabad</a:t>
                      </a:r>
                      <a:r>
                        <a:rPr lang="en-US" sz="1400" dirty="0"/>
                        <a:t> Street Gulshan, Faisalabad</a:t>
                      </a:r>
                      <a:endParaRPr sz="1400" b="0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6" name="Google Shape;196;p12"/>
          <p:cNvSpPr/>
          <p:nvPr/>
        </p:nvSpPr>
        <p:spPr>
          <a:xfrm>
            <a:off x="1952166" y="1874197"/>
            <a:ext cx="1540503" cy="729463"/>
          </a:xfrm>
          <a:prstGeom prst="rect">
            <a:avLst/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New Contract</a:t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3652464" y="1586672"/>
            <a:ext cx="173125" cy="2773700"/>
          </a:xfrm>
          <a:prstGeom prst="leftBracket">
            <a:avLst>
              <a:gd name="adj" fmla="val 8333"/>
            </a:avLst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98" name="Google Shape;198;p12"/>
          <p:cNvCxnSpPr>
            <a:cxnSpLocks/>
            <a:stCxn id="196" idx="2"/>
            <a:endCxn id="197" idx="1"/>
          </p:cNvCxnSpPr>
          <p:nvPr/>
        </p:nvCxnSpPr>
        <p:spPr>
          <a:xfrm rot="16200000" flipH="1">
            <a:off x="3002510" y="2323568"/>
            <a:ext cx="369862" cy="930046"/>
          </a:xfrm>
          <a:prstGeom prst="bentConnector2">
            <a:avLst/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9" name="Google Shape;199;p12"/>
          <p:cNvSpPr/>
          <p:nvPr/>
        </p:nvSpPr>
        <p:spPr>
          <a:xfrm>
            <a:off x="2853482" y="2849102"/>
            <a:ext cx="639186" cy="58339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182780" y="4704380"/>
            <a:ext cx="1188132" cy="566949"/>
          </a:xfrm>
          <a:prstGeom prst="rect">
            <a:avLst/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Issue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1825147" y="4704379"/>
            <a:ext cx="1188132" cy="566949"/>
          </a:xfrm>
          <a:prstGeom prst="rect">
            <a:avLst/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Issue</a:t>
            </a:r>
            <a:endParaRPr/>
          </a:p>
        </p:txBody>
      </p:sp>
      <p:cxnSp>
        <p:nvCxnSpPr>
          <p:cNvPr id="202" name="Google Shape;202;p12"/>
          <p:cNvCxnSpPr>
            <a:stCxn id="199" idx="3"/>
            <a:endCxn id="201" idx="0"/>
          </p:cNvCxnSpPr>
          <p:nvPr/>
        </p:nvCxnSpPr>
        <p:spPr>
          <a:xfrm flipH="1">
            <a:off x="2419175" y="3432496"/>
            <a:ext cx="753900" cy="1272000"/>
          </a:xfrm>
          <a:prstGeom prst="straightConnector1">
            <a:avLst/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3" name="Google Shape;203;p12"/>
          <p:cNvCxnSpPr>
            <a:stCxn id="199" idx="3"/>
            <a:endCxn id="200" idx="0"/>
          </p:cNvCxnSpPr>
          <p:nvPr/>
        </p:nvCxnSpPr>
        <p:spPr>
          <a:xfrm>
            <a:off x="3173075" y="3432496"/>
            <a:ext cx="603900" cy="1272000"/>
          </a:xfrm>
          <a:prstGeom prst="straightConnector1">
            <a:avLst/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623297-C1F8-042E-4649-DEE557FA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title"/>
          </p:nvPr>
        </p:nvSpPr>
        <p:spPr>
          <a:xfrm>
            <a:off x="1847528" y="188641"/>
            <a:ext cx="8496944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/>
              <a:t>Example: Improved Data Structure</a:t>
            </a:r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body" idx="1"/>
          </p:nvPr>
        </p:nvSpPr>
        <p:spPr>
          <a:xfrm>
            <a:off x="2886941" y="1258791"/>
            <a:ext cx="8496300" cy="51125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100"/>
              <a:buFont typeface="Tahoma"/>
              <a:buChar char="•"/>
            </a:pPr>
            <a:r>
              <a:rPr lang="en-US" dirty="0"/>
              <a:t>Create a dictionary data structure</a:t>
            </a:r>
            <a:endParaRPr dirty="0"/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/>
              <a:t>Group similar records together</a:t>
            </a:r>
            <a:endParaRPr dirty="0"/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/>
              <a:t>Similarity in terms of first digit of NIC number</a:t>
            </a:r>
            <a:endParaRPr dirty="0"/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/>
              <a:t>Add a dictionary entry for each distinct digit (0 – 9)</a:t>
            </a:r>
            <a:endParaRPr dirty="0"/>
          </a:p>
          <a:p>
            <a:pPr lvl="1" indent="-165100">
              <a:spcBef>
                <a:spcPts val="380"/>
              </a:spcBef>
              <a:buSzPts val="1900"/>
              <a:buNone/>
            </a:pPr>
            <a:endParaRPr dirty="0"/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rgbClr val="0070C0"/>
                </a:solidFill>
              </a:rPr>
              <a:t>3</a:t>
            </a:r>
            <a:r>
              <a:rPr lang="en-US" dirty="0"/>
              <a:t>419668-1, </a:t>
            </a:r>
            <a:r>
              <a:rPr lang="en-US" dirty="0">
                <a:solidFill>
                  <a:srgbClr val="0070C0"/>
                </a:solidFill>
              </a:rPr>
              <a:t>3</a:t>
            </a:r>
            <a:r>
              <a:rPr lang="en-US" dirty="0"/>
              <a:t>445864-3, 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dirty="0"/>
              <a:t>748425-5. </a:t>
            </a:r>
            <a:endParaRPr dirty="0"/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/>
              <a:t>3 and 1 are dictionary entries </a:t>
            </a:r>
            <a:endParaRPr dirty="0"/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/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/>
              <a:t>Existing contracts are searched in two steps</a:t>
            </a:r>
            <a:endParaRPr dirty="0"/>
          </a:p>
          <a:p>
            <a:pPr marL="914400" lvl="1" indent="-457200">
              <a:spcBef>
                <a:spcPts val="380"/>
              </a:spcBef>
              <a:buSzPts val="1900"/>
              <a:buFont typeface="Tahoma"/>
              <a:buAutoNum type="arabicPeriod"/>
            </a:pPr>
            <a:r>
              <a:rPr lang="en-US" dirty="0"/>
              <a:t>Search the dictionary entry (i.e., group searching)</a:t>
            </a:r>
            <a:endParaRPr dirty="0"/>
          </a:p>
          <a:p>
            <a:pPr marL="914400" lvl="1" indent="-457200">
              <a:spcBef>
                <a:spcPts val="380"/>
              </a:spcBef>
              <a:buSzPts val="1900"/>
              <a:buFont typeface="Tahoma"/>
              <a:buAutoNum type="arabicPeriod"/>
            </a:pPr>
            <a:r>
              <a:rPr lang="en-US" dirty="0"/>
              <a:t>Search contract within the group (i.e.,  with the same NIC digit)</a:t>
            </a:r>
            <a:endParaRPr dirty="0"/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/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/>
              <a:t>How much improvement </a:t>
            </a:r>
            <a:r>
              <a:rPr lang="en-US" dirty="0" err="1"/>
              <a:t>w.r.t.</a:t>
            </a:r>
            <a:r>
              <a:rPr lang="en-US" dirty="0"/>
              <a:t> linear array?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005F97-935E-DD9E-52FE-27FE80C3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>
            <a:spLocks noGrp="1"/>
          </p:cNvSpPr>
          <p:nvPr>
            <p:ph type="title"/>
          </p:nvPr>
        </p:nvSpPr>
        <p:spPr>
          <a:xfrm>
            <a:off x="1826747" y="567446"/>
            <a:ext cx="9395436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Example: Dictionary Data Structure (1)</a:t>
            </a:r>
            <a:endParaRPr dirty="0"/>
          </a:p>
        </p:txBody>
      </p:sp>
      <p:graphicFrame>
        <p:nvGraphicFramePr>
          <p:cNvPr id="219" name="Google Shape;219;p14"/>
          <p:cNvGraphicFramePr/>
          <p:nvPr>
            <p:extLst>
              <p:ext uri="{D42A27DB-BD31-4B8C-83A1-F6EECF244321}">
                <p14:modId xmlns:p14="http://schemas.microsoft.com/office/powerpoint/2010/main" val="3186082920"/>
              </p:ext>
            </p:extLst>
          </p:nvPr>
        </p:nvGraphicFramePr>
        <p:xfrm>
          <a:off x="684762" y="1685571"/>
          <a:ext cx="6624425" cy="289529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1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NIC#</a:t>
                      </a:r>
                      <a:endParaRPr sz="1600" b="1" dirty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Name</a:t>
                      </a:r>
                      <a:endParaRPr sz="1600" b="1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Address</a:t>
                      </a:r>
                      <a:endParaRPr sz="1600" b="1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6584495-9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Muhammad Faheem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House No 3 Gulshan Bahar Sec 16</a:t>
                      </a:r>
                      <a:endParaRPr sz="1400" b="0" dirty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1748425-5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Naeem Alam</a:t>
                      </a:r>
                      <a:endParaRPr sz="1400" b="0" dirty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A-11 Shams Plaza Block-B N.Nazimabad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0889679-1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Arslan Akhtar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 No 152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Bostang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Colony </a:t>
                      </a:r>
                      <a:endParaRPr sz="1400" b="0" dirty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3419668-1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Zain Ahmed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Sharfabad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Street Gulshan Karachi</a:t>
                      </a:r>
                      <a:endParaRPr sz="1400" b="0" dirty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3445864-3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Sumair Farooq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 Office Tayyar, Multan</a:t>
                      </a:r>
                      <a:endParaRPr sz="1400" b="0" dirty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6395653-4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Ali Affan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H.No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 425, Sector F-11/4, Islamabad</a:t>
                      </a:r>
                      <a:endParaRPr sz="1400" b="0" dirty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8224641-1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Syed Faraz</a:t>
                      </a:r>
                      <a:endParaRPr sz="1400" b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Sharfabad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Street Gulshan, Faisalabad</a:t>
                      </a:r>
                      <a:endParaRPr sz="1400" b="0" dirty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256BF4CD-8FDF-F997-A53A-C0282ADCF059}"/>
              </a:ext>
            </a:extLst>
          </p:cNvPr>
          <p:cNvGrpSpPr/>
          <p:nvPr/>
        </p:nvGrpSpPr>
        <p:grpSpPr>
          <a:xfrm>
            <a:off x="7424321" y="4150068"/>
            <a:ext cx="4242530" cy="2393439"/>
            <a:chOff x="4014058" y="4275920"/>
            <a:chExt cx="4242530" cy="2393439"/>
          </a:xfrm>
        </p:grpSpPr>
        <p:sp>
          <p:nvSpPr>
            <p:cNvPr id="220" name="Google Shape;220;p14"/>
            <p:cNvSpPr/>
            <p:nvPr/>
          </p:nvSpPr>
          <p:spPr>
            <a:xfrm>
              <a:off x="4509308" y="4275920"/>
              <a:ext cx="720079" cy="441431"/>
            </a:xfrm>
            <a:prstGeom prst="rect">
              <a:avLst/>
            </a:prstGeom>
            <a:noFill/>
            <a:ln w="25400" cap="flat" cmpd="sng">
              <a:solidFill>
                <a:srgbClr val="0020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0</a:t>
              </a: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4509308" y="4875580"/>
              <a:ext cx="720079" cy="441431"/>
            </a:xfrm>
            <a:prstGeom prst="rect">
              <a:avLst/>
            </a:prstGeom>
            <a:noFill/>
            <a:ln w="25400" cap="flat" cmpd="sng">
              <a:solidFill>
                <a:srgbClr val="0020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4509307" y="5479709"/>
              <a:ext cx="720079" cy="441431"/>
            </a:xfrm>
            <a:prstGeom prst="rect">
              <a:avLst/>
            </a:prstGeom>
            <a:noFill/>
            <a:ln w="25400" cap="flat" cmpd="sng">
              <a:solidFill>
                <a:srgbClr val="0020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6</a:t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6646195" y="4310116"/>
              <a:ext cx="720079" cy="441431"/>
            </a:xfrm>
            <a:prstGeom prst="rect">
              <a:avLst/>
            </a:prstGeom>
            <a:noFill/>
            <a:ln w="25400" cap="flat" cmpd="sng">
              <a:solidFill>
                <a:srgbClr val="0020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6646194" y="4875580"/>
              <a:ext cx="720079" cy="441431"/>
            </a:xfrm>
            <a:prstGeom prst="rect">
              <a:avLst/>
            </a:prstGeom>
            <a:noFill/>
            <a:ln w="25400" cap="flat" cmpd="sng">
              <a:solidFill>
                <a:srgbClr val="0020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5376267" y="4346187"/>
              <a:ext cx="1152128" cy="36929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1270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endParaRPr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7366273" y="4875579"/>
              <a:ext cx="720079" cy="441431"/>
            </a:xfrm>
            <a:prstGeom prst="rect">
              <a:avLst/>
            </a:prstGeom>
            <a:noFill/>
            <a:ln w="25400" cap="flat" cmpd="sng">
              <a:solidFill>
                <a:srgbClr val="0020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6646194" y="5484131"/>
              <a:ext cx="720079" cy="441431"/>
            </a:xfrm>
            <a:prstGeom prst="rect">
              <a:avLst/>
            </a:prstGeom>
            <a:noFill/>
            <a:ln w="25400" cap="flat" cmpd="sng">
              <a:solidFill>
                <a:srgbClr val="0020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0</a:t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7366273" y="5484130"/>
              <a:ext cx="720079" cy="441431"/>
            </a:xfrm>
            <a:prstGeom prst="rect">
              <a:avLst/>
            </a:prstGeom>
            <a:noFill/>
            <a:ln w="25400" cap="flat" cmpd="sng">
              <a:solidFill>
                <a:srgbClr val="0020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5</a:t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5350050" y="4923315"/>
              <a:ext cx="1152128" cy="36929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1270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endParaRPr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5347191" y="5515778"/>
              <a:ext cx="1152128" cy="36929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noFill/>
            <a:ln w="1270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endParaRPr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1" name="Google Shape;231;p14"/>
            <p:cNvSpPr txBox="1"/>
            <p:nvPr/>
          </p:nvSpPr>
          <p:spPr>
            <a:xfrm>
              <a:off x="4059659" y="6300027"/>
              <a:ext cx="1881189" cy="3693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r>
                <a:rPr lang="en-US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Dictionary Item</a:t>
              </a:r>
              <a:endParaRPr/>
            </a:p>
          </p:txBody>
        </p:sp>
        <p:sp>
          <p:nvSpPr>
            <p:cNvPr id="232" name="Google Shape;232;p14"/>
            <p:cNvSpPr txBox="1"/>
            <p:nvPr/>
          </p:nvSpPr>
          <p:spPr>
            <a:xfrm>
              <a:off x="6528396" y="6265811"/>
              <a:ext cx="1728192" cy="3693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r>
                <a:rPr lang="en-US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Array Elements</a:t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 rot="-5400000">
              <a:off x="7239265" y="5389871"/>
              <a:ext cx="264544" cy="1405617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rgbClr val="0020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4014204" y="4302160"/>
              <a:ext cx="264544" cy="1631602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rgbClr val="00206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35" name="Google Shape;235;p14"/>
            <p:cNvCxnSpPr>
              <a:stCxn id="231" idx="1"/>
              <a:endCxn id="234" idx="1"/>
            </p:cNvCxnSpPr>
            <p:nvPr/>
          </p:nvCxnSpPr>
          <p:spPr>
            <a:xfrm rot="10800000">
              <a:off x="4014058" y="5117893"/>
              <a:ext cx="45600" cy="1366800"/>
            </a:xfrm>
            <a:prstGeom prst="curvedConnector3">
              <a:avLst>
                <a:gd name="adj1" fmla="val 1639867"/>
              </a:avLst>
            </a:prstGeom>
            <a:noFill/>
            <a:ln w="12700" cap="flat" cmpd="sng">
              <a:solidFill>
                <a:srgbClr val="00206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428B78-829B-21B9-8770-664113CF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>
            <a:spLocks noGrp="1"/>
          </p:cNvSpPr>
          <p:nvPr>
            <p:ph type="title"/>
          </p:nvPr>
        </p:nvSpPr>
        <p:spPr>
          <a:xfrm>
            <a:off x="1873820" y="510445"/>
            <a:ext cx="9052536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Example: Dictionary Data Structure (2)</a:t>
            </a:r>
            <a:endParaRPr dirty="0"/>
          </a:p>
        </p:txBody>
      </p:sp>
      <p:sp>
        <p:nvSpPr>
          <p:cNvPr id="241" name="Google Shape;241;p15"/>
          <p:cNvSpPr txBox="1">
            <a:spLocks noGrp="1"/>
          </p:cNvSpPr>
          <p:nvPr>
            <p:ph type="body" idx="1"/>
          </p:nvPr>
        </p:nvSpPr>
        <p:spPr>
          <a:xfrm>
            <a:off x="2784120" y="1440509"/>
            <a:ext cx="8496300" cy="14401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Another possibility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Maintain pointers with structures (or records)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Non-NULL pointer indicates presence of next record</a:t>
            </a:r>
            <a:endParaRPr dirty="0">
              <a:solidFill>
                <a:schemeClr val="tx1"/>
              </a:solidFill>
            </a:endParaRPr>
          </a:p>
        </p:txBody>
      </p:sp>
      <p:graphicFrame>
        <p:nvGraphicFramePr>
          <p:cNvPr id="244" name="Google Shape;244;p15"/>
          <p:cNvGraphicFramePr/>
          <p:nvPr/>
        </p:nvGraphicFramePr>
        <p:xfrm>
          <a:off x="3720058" y="2976648"/>
          <a:ext cx="6624425" cy="289529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1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NIC#</a:t>
                      </a:r>
                      <a:endParaRPr sz="1600"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Name</a:t>
                      </a:r>
                      <a:endParaRPr sz="1600"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Address</a:t>
                      </a:r>
                      <a:endParaRPr sz="1600" b="1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6584495-9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Muhammad Faheem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House No 3 Gulshan Bahar Sec 16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/>
                        <a:t>1748425-5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Naeem Alam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A-11 Shams Plaza Block-B N.Nazimabad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0889679-1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Arslan Akhtar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 No 152 Bostang Colony 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3419668-1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Zain Ahmed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Sharfabad Street Gulshan Karachi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3445864-3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Sumair Farooq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Post Office Tayyar, Multan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6395653-4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Ali Affan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H.No. 425, Sector F-11/4, Islamabad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8224641-1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Syed Faraz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Sharfabad Street Gulshan, Faisalabad</a:t>
                      </a:r>
                      <a:endParaRPr sz="1400" b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5" name="Google Shape;245;p15"/>
          <p:cNvSpPr/>
          <p:nvPr/>
        </p:nvSpPr>
        <p:spPr>
          <a:xfrm>
            <a:off x="1873821" y="3038861"/>
            <a:ext cx="720079" cy="441431"/>
          </a:xfrm>
          <a:prstGeom prst="rect">
            <a:avLst/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1873821" y="3638521"/>
            <a:ext cx="720079" cy="441431"/>
          </a:xfrm>
          <a:prstGeom prst="rect">
            <a:avLst/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1873820" y="4242650"/>
            <a:ext cx="720079" cy="441431"/>
          </a:xfrm>
          <a:prstGeom prst="rect">
            <a:avLst/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cxnSp>
        <p:nvCxnSpPr>
          <p:cNvPr id="248" name="Google Shape;248;p15"/>
          <p:cNvCxnSpPr>
            <a:stCxn id="245" idx="3"/>
          </p:cNvCxnSpPr>
          <p:nvPr/>
        </p:nvCxnSpPr>
        <p:spPr>
          <a:xfrm>
            <a:off x="2593899" y="3259576"/>
            <a:ext cx="1126200" cy="820500"/>
          </a:xfrm>
          <a:prstGeom prst="straightConnector1">
            <a:avLst/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9" name="Google Shape;249;p15"/>
          <p:cNvCxnSpPr>
            <a:stCxn id="246" idx="3"/>
          </p:cNvCxnSpPr>
          <p:nvPr/>
        </p:nvCxnSpPr>
        <p:spPr>
          <a:xfrm>
            <a:off x="2593899" y="3859236"/>
            <a:ext cx="1126200" cy="499500"/>
          </a:xfrm>
          <a:prstGeom prst="straightConnector1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0" name="Google Shape;250;p15"/>
          <p:cNvSpPr/>
          <p:nvPr/>
        </p:nvSpPr>
        <p:spPr>
          <a:xfrm>
            <a:off x="3428195" y="4371644"/>
            <a:ext cx="275497" cy="297455"/>
          </a:xfrm>
          <a:custGeom>
            <a:avLst/>
            <a:gdLst/>
            <a:ahLst/>
            <a:cxnLst/>
            <a:rect l="l" t="t" r="r" b="b"/>
            <a:pathLst>
              <a:path w="275497" h="297455" extrusionOk="0">
                <a:moveTo>
                  <a:pt x="275497" y="0"/>
                </a:moveTo>
                <a:cubicBezTo>
                  <a:pt x="139622" y="30296"/>
                  <a:pt x="3748" y="60593"/>
                  <a:pt x="76" y="110169"/>
                </a:cubicBezTo>
                <a:cubicBezTo>
                  <a:pt x="-3596" y="159745"/>
                  <a:pt x="124933" y="228600"/>
                  <a:pt x="253463" y="297455"/>
                </a:cubicBezTo>
              </a:path>
            </a:pathLst>
          </a:cu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51" name="Google Shape;251;p15"/>
          <p:cNvCxnSpPr>
            <a:stCxn id="247" idx="3"/>
          </p:cNvCxnSpPr>
          <p:nvPr/>
        </p:nvCxnSpPr>
        <p:spPr>
          <a:xfrm rot="10800000" flipH="1">
            <a:off x="2593898" y="3470664"/>
            <a:ext cx="1109700" cy="99270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2" name="Google Shape;252;p15"/>
          <p:cNvSpPr/>
          <p:nvPr/>
        </p:nvSpPr>
        <p:spPr>
          <a:xfrm>
            <a:off x="3064695" y="3505521"/>
            <a:ext cx="661030" cy="1443210"/>
          </a:xfrm>
          <a:custGeom>
            <a:avLst/>
            <a:gdLst/>
            <a:ahLst/>
            <a:cxnLst/>
            <a:rect l="l" t="t" r="r" b="b"/>
            <a:pathLst>
              <a:path w="661030" h="1443210" extrusionOk="0">
                <a:moveTo>
                  <a:pt x="661030" y="0"/>
                </a:moveTo>
                <a:cubicBezTo>
                  <a:pt x="332360" y="430576"/>
                  <a:pt x="3690" y="861152"/>
                  <a:pt x="18" y="1101687"/>
                </a:cubicBezTo>
                <a:cubicBezTo>
                  <a:pt x="-3654" y="1342222"/>
                  <a:pt x="545353" y="1366092"/>
                  <a:pt x="638996" y="144321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D7E2B3-A48D-747A-A302-5D670F5E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 txBox="1">
            <a:spLocks noGrp="1"/>
          </p:cNvSpPr>
          <p:nvPr>
            <p:ph type="title"/>
          </p:nvPr>
        </p:nvSpPr>
        <p:spPr>
          <a:xfrm>
            <a:off x="1847528" y="188641"/>
            <a:ext cx="8496944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/>
              <a:t>Data Structure</a:t>
            </a:r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body" idx="1"/>
          </p:nvPr>
        </p:nvSpPr>
        <p:spPr>
          <a:xfrm>
            <a:off x="1847849" y="1124744"/>
            <a:ext cx="9748405" cy="51125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spcBef>
                <a:spcPts val="0"/>
              </a:spcBef>
              <a:buSzPts val="2100"/>
              <a:buNone/>
            </a:pPr>
            <a:r>
              <a:rPr lang="en-US" b="1" dirty="0"/>
              <a:t>What is a data structure?</a:t>
            </a:r>
            <a:endParaRPr dirty="0"/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In a general sense, any representation that is used for storing information is a data structure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Example: An integer, structures, classes, arrays, etc.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More typically, a </a:t>
            </a:r>
            <a:r>
              <a:rPr lang="en-US" dirty="0">
                <a:solidFill>
                  <a:srgbClr val="C00000"/>
                </a:solidFill>
              </a:rPr>
              <a:t>data structure </a:t>
            </a:r>
            <a:r>
              <a:rPr lang="en-US" dirty="0">
                <a:solidFill>
                  <a:schemeClr val="tx1"/>
                </a:solidFill>
              </a:rPr>
              <a:t>provides a </a:t>
            </a:r>
            <a:r>
              <a:rPr lang="en-US" dirty="0">
                <a:solidFill>
                  <a:srgbClr val="C00000"/>
                </a:solidFill>
              </a:rPr>
              <a:t>way for organizing a collection of data </a:t>
            </a:r>
            <a:r>
              <a:rPr lang="en-US" dirty="0">
                <a:solidFill>
                  <a:schemeClr val="tx1"/>
                </a:solidFill>
              </a:rPr>
              <a:t>items</a:t>
            </a:r>
            <a:endParaRPr dirty="0">
              <a:solidFill>
                <a:schemeClr val="tx1"/>
              </a:solidFill>
            </a:endParaRPr>
          </a:p>
          <a:p>
            <a:pPr marL="0" indent="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 marL="0" indent="0">
              <a:spcBef>
                <a:spcPts val="420"/>
              </a:spcBef>
              <a:buSzPts val="2100"/>
              <a:buNone/>
            </a:pPr>
            <a:r>
              <a:rPr lang="en-US" b="1" dirty="0">
                <a:solidFill>
                  <a:schemeClr val="tx1"/>
                </a:solidFill>
              </a:rPr>
              <a:t>Where data structure is helpful?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Data structure can make the difference between a program running in a few seconds or many days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Efficiency of data structure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F78D65-1B75-57AA-DA66-50464FCB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 txBox="1">
            <a:spLocks noGrp="1"/>
          </p:cNvSpPr>
          <p:nvPr>
            <p:ph type="title"/>
          </p:nvPr>
        </p:nvSpPr>
        <p:spPr>
          <a:xfrm>
            <a:off x="1847528" y="552323"/>
            <a:ext cx="8496944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What is Data Structure Efficiency?</a:t>
            </a:r>
            <a:endParaRPr dirty="0"/>
          </a:p>
        </p:txBody>
      </p:sp>
      <p:sp>
        <p:nvSpPr>
          <p:cNvPr id="283" name="Google Shape;283;p18"/>
          <p:cNvSpPr txBox="1">
            <a:spLocks noGrp="1"/>
          </p:cNvSpPr>
          <p:nvPr>
            <p:ph type="body" idx="1"/>
          </p:nvPr>
        </p:nvSpPr>
        <p:spPr>
          <a:xfrm>
            <a:off x="2731077" y="1997581"/>
            <a:ext cx="8496300" cy="36031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Two major measures of efficiency of a data structure or algorithm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Time and space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Cost of data structure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Time and space resources it consumes</a:t>
            </a:r>
            <a:endParaRPr dirty="0">
              <a:solidFill>
                <a:schemeClr val="tx1"/>
              </a:solidFill>
            </a:endParaRPr>
          </a:p>
          <a:p>
            <a:pPr lvl="1" indent="-165100">
              <a:spcBef>
                <a:spcPts val="380"/>
              </a:spcBef>
              <a:buSzPts val="19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Efficiency of a data structure depends on its operations 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Makes a difference between program running in few seconds or days</a:t>
            </a:r>
            <a:endParaRPr dirty="0">
              <a:solidFill>
                <a:schemeClr val="tx1"/>
              </a:solidFill>
            </a:endParaRPr>
          </a:p>
          <a:p>
            <a:pPr lvl="1" indent="-165100">
              <a:spcBef>
                <a:spcPts val="380"/>
              </a:spcBef>
              <a:buSzPts val="19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Difficult to define data structure that performs better in all situations</a:t>
            </a:r>
            <a:endParaRPr dirty="0">
              <a:solidFill>
                <a:schemeClr val="tx1"/>
              </a:solidFill>
            </a:endParaRPr>
          </a:p>
          <a:p>
            <a:pPr lvl="1" indent="-165100">
              <a:spcBef>
                <a:spcPts val="380"/>
              </a:spcBef>
              <a:buSzPts val="1900"/>
              <a:buNone/>
            </a:pPr>
            <a:endParaRPr dirty="0"/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/>
          </a:p>
          <a:p>
            <a:pPr lvl="1" indent="-165100">
              <a:spcBef>
                <a:spcPts val="380"/>
              </a:spcBef>
              <a:buSzPts val="1900"/>
              <a:buNone/>
            </a:pPr>
            <a:endParaRPr dirty="0"/>
          </a:p>
          <a:p>
            <a:pPr lvl="1" indent="-165100">
              <a:spcBef>
                <a:spcPts val="380"/>
              </a:spcBef>
              <a:buSzPts val="1900"/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F8DCB-BA0B-BAB6-A581-4F653144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15B8-7F2C-E79E-857A-EC5740CC0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Abstract Data Types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0DA4E-F8DF-6CBC-742D-19E4E1DAD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/>
          <a:lstStyle/>
          <a:p>
            <a:pPr fontAlgn="base"/>
            <a:r>
              <a:rPr lang="en-US" dirty="0">
                <a:solidFill>
                  <a:schemeClr val="tx1"/>
                </a:solidFill>
              </a:rPr>
              <a:t>A definition of data type solely in terms of 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Set of related data items (or values)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Set of operations on the data</a:t>
            </a:r>
          </a:p>
          <a:p>
            <a:pPr fontAlgn="base"/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Separation of logical properties from the implementation details </a:t>
            </a: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Hide implementation details (</a:t>
            </a:r>
            <a:r>
              <a:rPr lang="en-US" b="1" dirty="0">
                <a:solidFill>
                  <a:schemeClr val="tx1"/>
                </a:solidFill>
              </a:rPr>
              <a:t>Encapsulation!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fontAlgn="base"/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What not how is focus</a:t>
            </a:r>
          </a:p>
          <a:p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FD663-1869-CD8C-CC88-ABF9D37F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83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Modeling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Model is an abstract model that organizes elements of data and standardizes how they relate to one another and to the properties of real-world entities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explicitly determines the structure of data and therefore referred to as data structures in the context of programming languages</a:t>
            </a:r>
          </a:p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choice of particular data model depends on two consideration: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must be rich enough in structure to represent the relationship between data elements 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structure should be simple enough that one can effectively process the data when necessary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177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Abstract Data Type (ADT)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6757593"/>
              </p:ext>
            </p:extLst>
          </p:nvPr>
        </p:nvGraphicFramePr>
        <p:xfrm>
          <a:off x="124660" y="1334894"/>
          <a:ext cx="11781906" cy="529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0218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Abstract Data Type (ADT)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ADT is a way of looking at a data structure focusing on what it does and ignoring how it does its job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E.g., A </a:t>
            </a:r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stack</a:t>
            </a:r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is an abstract data type supporting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push</a:t>
            </a:r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pop</a:t>
            </a:r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</a:t>
            </a:r>
            <a:r>
              <a:rPr lang="en-US" i="1" noProof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isEmpty</a:t>
            </a:r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operations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can be implemented using an array or using a linked-list</a:t>
            </a:r>
          </a:p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ADTs support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abstraction</a:t>
            </a:r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encapsulation</a:t>
            </a:r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and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information hiding</a:t>
            </a:r>
            <a:endParaRPr lang="en-US" noProof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Abstraction</a:t>
            </a:r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is the structuring of a  problem into well-defined entities by defining their data and operations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principle of hiding the used data structure and to only provide a well-defined interface is known as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encapsulation</a:t>
            </a:r>
            <a:endParaRPr lang="en-US" noProof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1686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Abstract Data Type (ADT)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tx1"/>
                </a:solidFill>
              </a:rPr>
              <a:t>The core operations of ADT</a:t>
            </a:r>
          </a:p>
          <a:p>
            <a:pPr lvl="1"/>
            <a:r>
              <a:rPr lang="en-US" noProof="0" dirty="0">
                <a:solidFill>
                  <a:schemeClr val="tx1"/>
                </a:solidFill>
              </a:rPr>
              <a:t>Every Collection ADT should provide a way to:</a:t>
            </a:r>
          </a:p>
          <a:p>
            <a:pPr lvl="2"/>
            <a:r>
              <a:rPr lang="en-US" noProof="0" dirty="0">
                <a:solidFill>
                  <a:schemeClr val="tx1"/>
                </a:solidFill>
              </a:rPr>
              <a:t>add an item</a:t>
            </a:r>
          </a:p>
          <a:p>
            <a:pPr lvl="2"/>
            <a:r>
              <a:rPr lang="en-US" noProof="0" dirty="0">
                <a:solidFill>
                  <a:schemeClr val="tx1"/>
                </a:solidFill>
              </a:rPr>
              <a:t>remove an item</a:t>
            </a:r>
          </a:p>
          <a:p>
            <a:pPr lvl="2"/>
            <a:r>
              <a:rPr lang="en-US" noProof="0" dirty="0">
                <a:solidFill>
                  <a:schemeClr val="tx1"/>
                </a:solidFill>
              </a:rPr>
              <a:t>find, retrieve, or access an item</a:t>
            </a:r>
          </a:p>
          <a:p>
            <a:pPr lvl="1"/>
            <a:r>
              <a:rPr lang="en-US" noProof="0" dirty="0">
                <a:solidFill>
                  <a:schemeClr val="tx1"/>
                </a:solidFill>
              </a:rPr>
              <a:t>Many, many more possibilities</a:t>
            </a:r>
          </a:p>
          <a:p>
            <a:pPr lvl="2"/>
            <a:r>
              <a:rPr lang="en-US" noProof="0" dirty="0">
                <a:solidFill>
                  <a:schemeClr val="tx1"/>
                </a:solidFill>
              </a:rPr>
              <a:t>is the collection empty</a:t>
            </a:r>
          </a:p>
          <a:p>
            <a:pPr lvl="2"/>
            <a:r>
              <a:rPr lang="en-US" noProof="0" dirty="0">
                <a:solidFill>
                  <a:schemeClr val="tx1"/>
                </a:solidFill>
              </a:rPr>
              <a:t>make the collection empty</a:t>
            </a:r>
          </a:p>
          <a:p>
            <a:pPr lvl="2"/>
            <a:r>
              <a:rPr lang="en-US" noProof="0" dirty="0">
                <a:solidFill>
                  <a:schemeClr val="tx1"/>
                </a:solidFill>
              </a:rPr>
              <a:t>give me a sub-set of the collection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0634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title"/>
          </p:nvPr>
        </p:nvSpPr>
        <p:spPr>
          <a:xfrm>
            <a:off x="1847527" y="549023"/>
            <a:ext cx="9457781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Example: Airplane Flight Reservation (1)</a:t>
            </a:r>
            <a:endParaRPr dirty="0"/>
          </a:p>
        </p:txBody>
      </p:sp>
      <p:sp>
        <p:nvSpPr>
          <p:cNvPr id="159" name="Google Shape;159;p7"/>
          <p:cNvSpPr txBox="1">
            <a:spLocks noGrp="1"/>
          </p:cNvSpPr>
          <p:nvPr>
            <p:ph type="body" idx="1"/>
          </p:nvPr>
        </p:nvSpPr>
        <p:spPr>
          <a:xfrm>
            <a:off x="2409850" y="2350871"/>
            <a:ext cx="8496300" cy="28341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Consider example of an airplane flight with 10 seats to be assigned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Operations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List available seats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Reserve a seat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Implementation: How to store, access data?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rgbClr val="0070C0"/>
                </a:solidFill>
              </a:rPr>
              <a:t>10 individual variables</a:t>
            </a:r>
            <a:endParaRPr dirty="0"/>
          </a:p>
          <a:p>
            <a:pPr lvl="1" indent="-165100">
              <a:spcBef>
                <a:spcPts val="380"/>
              </a:spcBef>
              <a:buSzPts val="1900"/>
              <a:buNone/>
            </a:pPr>
            <a:endParaRPr dirty="0"/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/>
          </a:p>
        </p:txBody>
      </p:sp>
      <p:pic>
        <p:nvPicPr>
          <p:cNvPr id="162" name="Google Shape;162;p7" descr="j01960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9020200" y="3620942"/>
            <a:ext cx="1885950" cy="1065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>
            <a:spLocks noGrp="1"/>
          </p:cNvSpPr>
          <p:nvPr>
            <p:ph type="title"/>
          </p:nvPr>
        </p:nvSpPr>
        <p:spPr>
          <a:xfrm>
            <a:off x="1862880" y="458804"/>
            <a:ext cx="9031754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Implementation: 10 Individual Variables </a:t>
            </a:r>
            <a:endParaRPr dirty="0"/>
          </a:p>
        </p:txBody>
      </p:sp>
      <p:sp>
        <p:nvSpPr>
          <p:cNvPr id="168" name="Google Shape;168;p8"/>
          <p:cNvSpPr txBox="1">
            <a:spLocks noGrp="1"/>
          </p:cNvSpPr>
          <p:nvPr>
            <p:ph type="body" idx="1"/>
          </p:nvPr>
        </p:nvSpPr>
        <p:spPr>
          <a:xfrm>
            <a:off x="3282413" y="1630322"/>
            <a:ext cx="3096344" cy="352687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SzPts val="2000"/>
              <a:buNone/>
            </a:pPr>
            <a:r>
              <a:rPr lang="en-US" sz="2000" dirty="0">
                <a:solidFill>
                  <a:schemeClr val="tx1"/>
                </a:solidFill>
              </a:rPr>
              <a:t>List available seats: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r>
              <a:rPr lang="en-US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1. if seat1 == ‘ ’;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r>
              <a:rPr lang="en-US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		display 1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r>
              <a:rPr lang="en-US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2. if seat2 == ‘ ’;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r>
              <a:rPr lang="en-US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		 display 2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r>
              <a:rPr lang="en-US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r>
              <a:rPr lang="en-US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r>
              <a:rPr lang="en-US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endParaRPr dirty="0">
              <a:solidFill>
                <a:schemeClr val="tx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r>
              <a:rPr lang="en-US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10. if seat10 == ‘ ’;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360"/>
              </a:spcBef>
              <a:buSzPts val="1800"/>
              <a:buNone/>
            </a:pPr>
            <a:r>
              <a:rPr lang="en-US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		 display 10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6703141" y="1630321"/>
            <a:ext cx="4932200" cy="503903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1000" indent="-381000">
              <a:lnSpc>
                <a:spcPct val="80000"/>
              </a:lnSpc>
              <a:buClr>
                <a:schemeClr val="dk1"/>
              </a:buClr>
              <a:buSzPts val="2000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Reserve a seat: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Set DONE to false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if seat1 ==‘ ’;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 “do you want seat #1??”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Get answer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if answer==‘Y’;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set seat1 to ‘X’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set Done to True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if seat2 ==‘ ’ and Done == false;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print “do you want seat #2??”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Get answer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if answer==‘Y’;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set seat2 to ‘X’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set Done to True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marL="381000" indent="-381000">
              <a:lnSpc>
                <a:spcPct val="80000"/>
              </a:lnSpc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>
            <a:spLocks noGrp="1"/>
          </p:cNvSpPr>
          <p:nvPr>
            <p:ph type="title"/>
          </p:nvPr>
        </p:nvSpPr>
        <p:spPr>
          <a:xfrm>
            <a:off x="1909872" y="501145"/>
            <a:ext cx="9177227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Example: Airplane Flight Reservation (2)</a:t>
            </a:r>
            <a:endParaRPr dirty="0"/>
          </a:p>
        </p:txBody>
      </p:sp>
      <p:sp>
        <p:nvSpPr>
          <p:cNvPr id="177" name="Google Shape;177;p9"/>
          <p:cNvSpPr txBox="1">
            <a:spLocks noGrp="1"/>
          </p:cNvSpPr>
          <p:nvPr>
            <p:ph type="body" idx="1"/>
          </p:nvPr>
        </p:nvSpPr>
        <p:spPr>
          <a:xfrm>
            <a:off x="2741468" y="1831326"/>
            <a:ext cx="8496300" cy="31874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Consider example of an airplane flight with 10 seats to be assigned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Operations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List available seats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Reserve a seat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Implementation: How to store, access data?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10 individual variables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rgbClr val="0070C0"/>
                </a:solidFill>
              </a:rPr>
              <a:t>An array of variables</a:t>
            </a:r>
            <a:endParaRPr dirty="0"/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/>
          </a:p>
        </p:txBody>
      </p:sp>
      <p:pic>
        <p:nvPicPr>
          <p:cNvPr id="180" name="Google Shape;180;p9" descr="j01960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8789818" y="2623415"/>
            <a:ext cx="1885950" cy="1065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>
            <a:spLocks noGrp="1"/>
          </p:cNvSpPr>
          <p:nvPr>
            <p:ph type="title"/>
          </p:nvPr>
        </p:nvSpPr>
        <p:spPr>
          <a:xfrm>
            <a:off x="1868308" y="501339"/>
            <a:ext cx="8948627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Implementation: An array of variables</a:t>
            </a:r>
            <a:endParaRPr dirty="0"/>
          </a:p>
        </p:txBody>
      </p:sp>
      <p:sp>
        <p:nvSpPr>
          <p:cNvPr id="186" name="Google Shape;186;p10"/>
          <p:cNvSpPr txBox="1">
            <a:spLocks noGrp="1"/>
          </p:cNvSpPr>
          <p:nvPr>
            <p:ph type="body" idx="1"/>
          </p:nvPr>
        </p:nvSpPr>
        <p:spPr>
          <a:xfrm>
            <a:off x="2984779" y="2027297"/>
            <a:ext cx="8496300" cy="186290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2000" dirty="0"/>
              <a:t>List available seats:</a:t>
            </a:r>
            <a:endParaRPr dirty="0"/>
          </a:p>
          <a:p>
            <a:pPr marL="0" indent="0">
              <a:spcBef>
                <a:spcPts val="360"/>
              </a:spcBef>
              <a:buSzPts val="1800"/>
              <a:buNone/>
            </a:pPr>
            <a:r>
              <a:rPr lang="en-US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 number ranging from 0 to max_seats-1, do:</a:t>
            </a:r>
            <a:endParaRPr dirty="0"/>
          </a:p>
          <a:p>
            <a:pPr marL="0" indent="0">
              <a:spcBef>
                <a:spcPts val="360"/>
              </a:spcBef>
              <a:buSzPts val="1800"/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 seat[number] == ‘ ’;</a:t>
            </a:r>
            <a:endParaRPr dirty="0"/>
          </a:p>
          <a:p>
            <a:pPr marL="0" indent="0">
              <a:spcBef>
                <a:spcPts val="360"/>
              </a:spcBef>
              <a:buSzPts val="1800"/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		Display number</a:t>
            </a:r>
            <a:endParaRPr dirty="0"/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3113762" y="3971513"/>
            <a:ext cx="8496300" cy="238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Reserve a seat:</a:t>
            </a:r>
            <a:endParaRPr dirty="0"/>
          </a:p>
          <a:p>
            <a:pPr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Reading number of seat to be reserved</a:t>
            </a:r>
            <a:endParaRPr dirty="0"/>
          </a:p>
          <a:p>
            <a:pPr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seat[number] is equal to ‘ ’;</a:t>
            </a:r>
            <a:endParaRPr dirty="0"/>
          </a:p>
          <a:p>
            <a:pPr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set seat[number] to ‘X’</a:t>
            </a:r>
            <a:endParaRPr dirty="0"/>
          </a:p>
          <a:p>
            <a:pPr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dirty="0"/>
          </a:p>
          <a:p>
            <a:pPr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Display a message that the seat having this number is 	occupied </a:t>
            </a:r>
            <a:endParaRPr dirty="0"/>
          </a:p>
          <a:p>
            <a:pPr marL="342900" indent="-215900">
              <a:spcBef>
                <a:spcPts val="400"/>
              </a:spcBef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>
            <a:spLocks noGrp="1"/>
          </p:cNvSpPr>
          <p:nvPr>
            <p:ph type="title"/>
          </p:nvPr>
        </p:nvSpPr>
        <p:spPr>
          <a:xfrm>
            <a:off x="1847528" y="500368"/>
            <a:ext cx="9198008" cy="7778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Example: Airplane Flight Reservation (2)</a:t>
            </a:r>
            <a:endParaRPr dirty="0"/>
          </a:p>
        </p:txBody>
      </p:sp>
      <p:sp>
        <p:nvSpPr>
          <p:cNvPr id="195" name="Google Shape;195;p11"/>
          <p:cNvSpPr txBox="1">
            <a:spLocks noGrp="1"/>
          </p:cNvSpPr>
          <p:nvPr>
            <p:ph type="body" idx="1"/>
          </p:nvPr>
        </p:nvSpPr>
        <p:spPr>
          <a:xfrm>
            <a:off x="2814527" y="2184616"/>
            <a:ext cx="8496300" cy="370702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This simple example illustrate the concept of an Abstract Data Type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ADT consists of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Collection of data items 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Basic operations that must be performed on them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In the example, a collection of data is a list of seats</a:t>
            </a:r>
            <a:endParaRPr dirty="0">
              <a:solidFill>
                <a:schemeClr val="tx1"/>
              </a:solidFill>
            </a:endParaRPr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420"/>
              </a:spcBef>
              <a:buSzPts val="2100"/>
              <a:buFont typeface="Tahoma"/>
              <a:buChar char="•"/>
            </a:pPr>
            <a:r>
              <a:rPr lang="en-US" dirty="0">
                <a:solidFill>
                  <a:schemeClr val="tx1"/>
                </a:solidFill>
              </a:rPr>
              <a:t>Basic operations are 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List available seats</a:t>
            </a:r>
            <a:endParaRPr dirty="0">
              <a:solidFill>
                <a:schemeClr val="tx1"/>
              </a:solidFill>
            </a:endParaRPr>
          </a:p>
          <a:p>
            <a:pPr lvl="1">
              <a:spcBef>
                <a:spcPts val="380"/>
              </a:spcBef>
              <a:buSzPts val="1900"/>
              <a:buChar char="–"/>
            </a:pPr>
            <a:r>
              <a:rPr lang="en-US" dirty="0">
                <a:solidFill>
                  <a:schemeClr val="tx1"/>
                </a:solidFill>
              </a:rPr>
              <a:t>Reserve a seat</a:t>
            </a:r>
            <a:endParaRPr dirty="0">
              <a:solidFill>
                <a:schemeClr val="tx1"/>
              </a:solidFill>
            </a:endParaRPr>
          </a:p>
          <a:p>
            <a:pPr lvl="1" indent="-165100">
              <a:spcBef>
                <a:spcPts val="380"/>
              </a:spcBef>
              <a:buSzPts val="1900"/>
              <a:buNone/>
            </a:pPr>
            <a:endParaRPr dirty="0"/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/>
          </a:p>
          <a:p>
            <a:pPr indent="-209550">
              <a:spcBef>
                <a:spcPts val="420"/>
              </a:spcBef>
              <a:buSzPts val="2100"/>
              <a:buNone/>
            </a:pP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t>30</a:t>
            </a:fld>
            <a:endParaRPr lang="en-US" noProof="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849257096"/>
              </p:ext>
            </p:extLst>
          </p:nvPr>
        </p:nvGraphicFramePr>
        <p:xfrm>
          <a:off x="923060" y="1825625"/>
          <a:ext cx="10687050" cy="3206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0018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/>
          <p:cNvGrpSpPr/>
          <p:nvPr/>
        </p:nvGrpSpPr>
        <p:grpSpPr>
          <a:xfrm>
            <a:off x="7731702" y="4116612"/>
            <a:ext cx="4423721" cy="2321398"/>
            <a:chOff x="7304676" y="3994176"/>
            <a:chExt cx="4423721" cy="2321398"/>
          </a:xfrm>
        </p:grpSpPr>
        <p:pic>
          <p:nvPicPr>
            <p:cNvPr id="77" name="Picture 1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18"/>
            <a:stretch/>
          </p:blipFill>
          <p:spPr bwMode="auto">
            <a:xfrm>
              <a:off x="7304676" y="3994176"/>
              <a:ext cx="4423721" cy="2321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Rectangle 77"/>
            <p:cNvSpPr/>
            <p:nvPr/>
          </p:nvSpPr>
          <p:spPr>
            <a:xfrm>
              <a:off x="7680878" y="3994176"/>
              <a:ext cx="2348947" cy="2968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Data Structures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Linear: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Values are arranged in a linear fashion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Array: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Fixed size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Linked-List: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Variable size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Stack: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Add to top &amp; remove from top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Queue: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Add to back &amp; remove from front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Priority Queue: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Add anywhere, remove the highest priority</a:t>
            </a:r>
          </a:p>
          <a:p>
            <a:pPr lvl="1"/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pPr/>
              <a:t>31</a:t>
            </a:fld>
            <a:endParaRPr lang="en-US" noProof="0" dirty="0"/>
          </a:p>
        </p:txBody>
      </p:sp>
      <p:grpSp>
        <p:nvGrpSpPr>
          <p:cNvPr id="22" name="Group 21"/>
          <p:cNvGrpSpPr/>
          <p:nvPr/>
        </p:nvGrpSpPr>
        <p:grpSpPr>
          <a:xfrm>
            <a:off x="6046307" y="2423396"/>
            <a:ext cx="5458305" cy="360000"/>
            <a:chOff x="5087039" y="1878178"/>
            <a:chExt cx="5458305" cy="360000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5087039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5586070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6085101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6584132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7083163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7582194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8081225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8580256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9079287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9578318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10077344" y="1878178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046307" y="2819469"/>
            <a:ext cx="5458305" cy="360000"/>
            <a:chOff x="5087039" y="3178175"/>
            <a:chExt cx="5458305" cy="360000"/>
          </a:xfrm>
        </p:grpSpPr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5087039" y="3178175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5918756" y="3178175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6750473" y="3178175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Rectangle 20"/>
            <p:cNvSpPr>
              <a:spLocks noChangeArrowheads="1"/>
            </p:cNvSpPr>
            <p:nvPr/>
          </p:nvSpPr>
          <p:spPr bwMode="auto">
            <a:xfrm>
              <a:off x="7582190" y="3178175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Rectangle 22"/>
            <p:cNvSpPr>
              <a:spLocks noChangeArrowheads="1"/>
            </p:cNvSpPr>
            <p:nvPr/>
          </p:nvSpPr>
          <p:spPr bwMode="auto">
            <a:xfrm>
              <a:off x="8413907" y="3178175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9245624" y="3178175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10077344" y="3178175"/>
              <a:ext cx="468000" cy="36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rtl="1" eaLnBrk="1" hangingPunct="1"/>
              <a:endParaRPr lang="en-US" sz="2000" b="1" noProof="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7" name="Straight Arrow Connector 36"/>
            <p:cNvCxnSpPr>
              <a:stCxn id="23" idx="3"/>
              <a:endCxn id="25" idx="1"/>
            </p:cNvCxnSpPr>
            <p:nvPr/>
          </p:nvCxnSpPr>
          <p:spPr>
            <a:xfrm>
              <a:off x="5555039" y="3358175"/>
              <a:ext cx="3637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38" name="Straight Arrow Connector 37"/>
            <p:cNvCxnSpPr>
              <a:stCxn id="25" idx="3"/>
              <a:endCxn id="27" idx="1"/>
            </p:cNvCxnSpPr>
            <p:nvPr/>
          </p:nvCxnSpPr>
          <p:spPr>
            <a:xfrm>
              <a:off x="6386756" y="3358175"/>
              <a:ext cx="3637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41" name="Straight Arrow Connector 40"/>
            <p:cNvCxnSpPr>
              <a:stCxn id="27" idx="3"/>
              <a:endCxn id="29" idx="1"/>
            </p:cNvCxnSpPr>
            <p:nvPr/>
          </p:nvCxnSpPr>
          <p:spPr>
            <a:xfrm>
              <a:off x="7218473" y="3358175"/>
              <a:ext cx="3637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44" name="Straight Arrow Connector 43"/>
            <p:cNvCxnSpPr>
              <a:stCxn id="29" idx="3"/>
              <a:endCxn id="31" idx="1"/>
            </p:cNvCxnSpPr>
            <p:nvPr/>
          </p:nvCxnSpPr>
          <p:spPr>
            <a:xfrm>
              <a:off x="8050190" y="3358175"/>
              <a:ext cx="3637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48" name="Straight Arrow Connector 47"/>
            <p:cNvCxnSpPr>
              <a:stCxn id="31" idx="3"/>
              <a:endCxn id="33" idx="1"/>
            </p:cNvCxnSpPr>
            <p:nvPr/>
          </p:nvCxnSpPr>
          <p:spPr>
            <a:xfrm>
              <a:off x="8881907" y="3358175"/>
              <a:ext cx="3637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cxnSp>
        <p:cxnSp>
          <p:nvCxnSpPr>
            <p:cNvPr id="51" name="Straight Arrow Connector 50"/>
            <p:cNvCxnSpPr>
              <a:stCxn id="33" idx="3"/>
              <a:endCxn id="35" idx="1"/>
            </p:cNvCxnSpPr>
            <p:nvPr/>
          </p:nvCxnSpPr>
          <p:spPr>
            <a:xfrm>
              <a:off x="9713624" y="3358175"/>
              <a:ext cx="3637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cxnSp>
      </p:grpSp>
      <p:pic>
        <p:nvPicPr>
          <p:cNvPr id="69" name="Picture 2" descr="Image result for sta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472705"/>
            <a:ext cx="2732639" cy="196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2" descr="Image result for queu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538" y="4434604"/>
            <a:ext cx="3056431" cy="2000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1758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Data Structures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Non-Linear: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Values are not arranged in a linear fashion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Hash Table: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Unordered lists which use hash function to insert &amp; search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Tree: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Data is organized in branches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Graph: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 more general branching structure with less strict connection conditions than that for a tree</a:t>
            </a:r>
            <a:endParaRPr lang="en-US" noProof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pPr/>
              <a:t>32</a:t>
            </a:fld>
            <a:endParaRPr lang="en-US" noProof="0" dirty="0"/>
          </a:p>
        </p:txBody>
      </p:sp>
      <p:pic>
        <p:nvPicPr>
          <p:cNvPr id="3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72" y="1512508"/>
            <a:ext cx="4059239" cy="1123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665" y="2864851"/>
            <a:ext cx="3727697" cy="245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0" b="14645"/>
          <a:stretch>
            <a:fillRect/>
          </a:stretch>
        </p:blipFill>
        <p:spPr bwMode="auto">
          <a:xfrm>
            <a:off x="6238880" y="4379550"/>
            <a:ext cx="3061490" cy="1886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9133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969" y="3803325"/>
            <a:ext cx="2561638" cy="23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Types of Data Structures (composition)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Homogenous: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 this type of data structures, values of the same types of data are stored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Array</a:t>
            </a:r>
          </a:p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Non-Homogenous: </a:t>
            </a:r>
            <a:r>
              <a:rPr 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 this type of data structures, data values of different types are grouped and stored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Structures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Classes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t>33</a:t>
            </a:fld>
            <a:endParaRPr lang="en-US" noProof="0" dirty="0"/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856" y="1420108"/>
            <a:ext cx="3411120" cy="219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0804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Selection of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Each data structure has costs and benefits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Rarely is one data structure better than another in all situations</a:t>
            </a:r>
          </a:p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data structure requires: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space for each data item it stores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time to perform each basic operation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programming effort</a:t>
            </a:r>
          </a:p>
          <a:p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Each problem has constraints on available time and space</a:t>
            </a:r>
          </a:p>
          <a:p>
            <a:pPr lvl="1"/>
            <a:r>
              <a:rPr lang="en-US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Only after a careful analysis of problem characteristics can we know the best data structure for the task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4952-1103-402D-87F7-56970669ECFD}" type="slidenum">
              <a:rPr lang="en-US" noProof="0" smtClean="0"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50675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171</TotalTime>
  <Words>2254</Words>
  <Application>Microsoft Office PowerPoint</Application>
  <PresentationFormat>Widescreen</PresentationFormat>
  <Paragraphs>453</Paragraphs>
  <Slides>34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Arial</vt:lpstr>
      <vt:lpstr>Calibri</vt:lpstr>
      <vt:lpstr>Calibri Light</vt:lpstr>
      <vt:lpstr>Century Gothic</vt:lpstr>
      <vt:lpstr>Consolas</vt:lpstr>
      <vt:lpstr>Courier New</vt:lpstr>
      <vt:lpstr>Google Sans</vt:lpstr>
      <vt:lpstr>Open Sans</vt:lpstr>
      <vt:lpstr>Open Sans Light</vt:lpstr>
      <vt:lpstr>Tahoma</vt:lpstr>
      <vt:lpstr>Wingdings</vt:lpstr>
      <vt:lpstr>Wingdings 3</vt:lpstr>
      <vt:lpstr>Wisp</vt:lpstr>
      <vt:lpstr>Introduction</vt:lpstr>
      <vt:lpstr>General Rules &amp; Regulations</vt:lpstr>
      <vt:lpstr>Dishonesty and Plagiarism</vt:lpstr>
      <vt:lpstr>Course Information</vt:lpstr>
      <vt:lpstr>Grading policy: Absolute</vt:lpstr>
      <vt:lpstr>Course &amp; Reference Books</vt:lpstr>
      <vt:lpstr>General Overview</vt:lpstr>
      <vt:lpstr>Introduction</vt:lpstr>
      <vt:lpstr>What is a Data Structure?</vt:lpstr>
      <vt:lpstr>Costs and Benefits</vt:lpstr>
      <vt:lpstr>Course Aim</vt:lpstr>
      <vt:lpstr>Motivational Example</vt:lpstr>
      <vt:lpstr>Example: Linear Array Data Structure (1)</vt:lpstr>
      <vt:lpstr>Example: Linear Array Data Structure (2)</vt:lpstr>
      <vt:lpstr>Example: Improved Data Structure</vt:lpstr>
      <vt:lpstr>Example: Dictionary Data Structure (1)</vt:lpstr>
      <vt:lpstr>Example: Dictionary Data Structure (2)</vt:lpstr>
      <vt:lpstr>Data Structure</vt:lpstr>
      <vt:lpstr>What is Data Structure Efficiency?</vt:lpstr>
      <vt:lpstr>Abstract Data Types</vt:lpstr>
      <vt:lpstr>Data Modeling</vt:lpstr>
      <vt:lpstr>Abstract Data Type (ADT)</vt:lpstr>
      <vt:lpstr>Abstract Data Type (ADT)</vt:lpstr>
      <vt:lpstr>Abstract Data Type (ADT)</vt:lpstr>
      <vt:lpstr>Example: Airplane Flight Reservation (1)</vt:lpstr>
      <vt:lpstr>Implementation: 10 Individual Variables </vt:lpstr>
      <vt:lpstr>Example: Airplane Flight Reservation (2)</vt:lpstr>
      <vt:lpstr>Implementation: An array of variables</vt:lpstr>
      <vt:lpstr>Example: Airplane Flight Reservation (2)</vt:lpstr>
      <vt:lpstr>Basic Data Structures</vt:lpstr>
      <vt:lpstr>Basic Data Structures</vt:lpstr>
      <vt:lpstr>Basic Data Structures</vt:lpstr>
      <vt:lpstr>Types of Data Structures (composition)</vt:lpstr>
      <vt:lpstr>Selection of Data 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MARIUM HIDA</dc:creator>
  <cp:lastModifiedBy>marium hida</cp:lastModifiedBy>
  <cp:revision>77</cp:revision>
  <dcterms:created xsi:type="dcterms:W3CDTF">2022-02-08T07:35:31Z</dcterms:created>
  <dcterms:modified xsi:type="dcterms:W3CDTF">2026-08-21T03:27:04Z</dcterms:modified>
</cp:coreProperties>
</file>